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</p:sldIdLst>
  <p:sldSz cx="9144000" cy="6858000" type="screen4x3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39A187-8392-4B64-AEB0-AF65FC8FD65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08D12B1E-A55D-4B73-BCB3-B3179DE88A75}">
      <dgm:prSet/>
      <dgm:spPr/>
      <dgm:t>
        <a:bodyPr/>
        <a:lstStyle/>
        <a:p>
          <a:r>
            <a:rPr lang="en-US" dirty="0"/>
            <a:t> </a:t>
          </a:r>
          <a:r>
            <a:rPr lang="en-US" dirty="0" err="1"/>
            <a:t>Achiziția</a:t>
          </a:r>
          <a:r>
            <a:rPr lang="en-US" dirty="0"/>
            <a:t> </a:t>
          </a:r>
          <a:r>
            <a:rPr lang="en-US" dirty="0" err="1"/>
            <a:t>datelor</a:t>
          </a:r>
          <a:r>
            <a:rPr lang="en-US" dirty="0"/>
            <a:t> de la MPU6050</a:t>
          </a:r>
        </a:p>
      </dgm:t>
    </dgm:pt>
    <dgm:pt modelId="{1C309069-FBAF-4BA8-9F9D-337CF5608475}" type="parTrans" cxnId="{E86004B1-2682-4CA0-AB07-A928556F736E}">
      <dgm:prSet/>
      <dgm:spPr/>
      <dgm:t>
        <a:bodyPr/>
        <a:lstStyle/>
        <a:p>
          <a:endParaRPr lang="en-US"/>
        </a:p>
      </dgm:t>
    </dgm:pt>
    <dgm:pt modelId="{BAF2981C-4C83-4E19-912E-DE42BFA4075E}" type="sibTrans" cxnId="{E86004B1-2682-4CA0-AB07-A928556F736E}">
      <dgm:prSet/>
      <dgm:spPr/>
      <dgm:t>
        <a:bodyPr/>
        <a:lstStyle/>
        <a:p>
          <a:endParaRPr lang="en-US"/>
        </a:p>
      </dgm:t>
    </dgm:pt>
    <dgm:pt modelId="{1F07D9AF-9DFC-420A-9A08-58560F56E62C}">
      <dgm:prSet/>
      <dgm:spPr/>
      <dgm:t>
        <a:bodyPr/>
        <a:lstStyle/>
        <a:p>
          <a:r>
            <a:rPr lang="en-US" dirty="0"/>
            <a:t> </a:t>
          </a:r>
          <a:r>
            <a:rPr lang="en-US" dirty="0" err="1"/>
            <a:t>Transmiterea</a:t>
          </a:r>
          <a:r>
            <a:rPr lang="en-US" dirty="0"/>
            <a:t> wireless </a:t>
          </a:r>
          <a:r>
            <a:rPr lang="en-US" dirty="0" err="1"/>
            <a:t>prin</a:t>
          </a:r>
          <a:r>
            <a:rPr lang="en-US" dirty="0"/>
            <a:t> Bluetooth</a:t>
          </a:r>
        </a:p>
      </dgm:t>
    </dgm:pt>
    <dgm:pt modelId="{F85CFC11-E520-430C-9E79-86B37B1273BC}" type="parTrans" cxnId="{185DF292-CA1C-4E44-8145-40511B8D1F6F}">
      <dgm:prSet/>
      <dgm:spPr/>
      <dgm:t>
        <a:bodyPr/>
        <a:lstStyle/>
        <a:p>
          <a:endParaRPr lang="en-US"/>
        </a:p>
      </dgm:t>
    </dgm:pt>
    <dgm:pt modelId="{B43156AD-0ABC-40FF-82C5-EE12CE3ACD2D}" type="sibTrans" cxnId="{185DF292-CA1C-4E44-8145-40511B8D1F6F}">
      <dgm:prSet/>
      <dgm:spPr/>
      <dgm:t>
        <a:bodyPr/>
        <a:lstStyle/>
        <a:p>
          <a:endParaRPr lang="en-US"/>
        </a:p>
      </dgm:t>
    </dgm:pt>
    <dgm:pt modelId="{D24BB717-6C7E-49BA-A6C7-546E6A84B6D3}">
      <dgm:prSet/>
      <dgm:spPr/>
      <dgm:t>
        <a:bodyPr/>
        <a:lstStyle/>
        <a:p>
          <a:r>
            <a:rPr lang="en-US" dirty="0"/>
            <a:t> </a:t>
          </a:r>
          <a:r>
            <a:rPr lang="en-US" dirty="0" err="1"/>
            <a:t>Controlul</a:t>
          </a:r>
          <a:r>
            <a:rPr lang="en-US" dirty="0"/>
            <a:t> </a:t>
          </a:r>
          <a:r>
            <a:rPr lang="en-US" dirty="0" err="1"/>
            <a:t>motorului</a:t>
          </a:r>
          <a:r>
            <a:rPr lang="en-US" dirty="0"/>
            <a:t> DC </a:t>
          </a:r>
          <a:r>
            <a:rPr lang="en-US" dirty="0" err="1"/>
            <a:t>prin</a:t>
          </a:r>
          <a:r>
            <a:rPr lang="en-US" dirty="0"/>
            <a:t> STM32</a:t>
          </a:r>
        </a:p>
      </dgm:t>
    </dgm:pt>
    <dgm:pt modelId="{8DA2AFE1-806D-4B8E-9E6A-C14552256693}" type="parTrans" cxnId="{7F704E7C-DA3C-42F2-88EE-CDD3C07E1B33}">
      <dgm:prSet/>
      <dgm:spPr/>
      <dgm:t>
        <a:bodyPr/>
        <a:lstStyle/>
        <a:p>
          <a:endParaRPr lang="en-US"/>
        </a:p>
      </dgm:t>
    </dgm:pt>
    <dgm:pt modelId="{B9A55870-56F6-4BE8-AECC-AD7A040DBCB4}" type="sibTrans" cxnId="{7F704E7C-DA3C-42F2-88EE-CDD3C07E1B33}">
      <dgm:prSet/>
      <dgm:spPr/>
      <dgm:t>
        <a:bodyPr/>
        <a:lstStyle/>
        <a:p>
          <a:endParaRPr lang="en-US"/>
        </a:p>
      </dgm:t>
    </dgm:pt>
    <dgm:pt modelId="{69FC038C-95C5-4436-90BA-1B4E9D5349EB}">
      <dgm:prSet/>
      <dgm:spPr/>
      <dgm:t>
        <a:bodyPr/>
        <a:lstStyle/>
        <a:p>
          <a:r>
            <a:rPr lang="en-US" dirty="0"/>
            <a:t> Control </a:t>
          </a:r>
          <a:r>
            <a:rPr lang="en-US" dirty="0" err="1"/>
            <a:t>proporțional</a:t>
          </a:r>
          <a:r>
            <a:rPr lang="en-US" dirty="0"/>
            <a:t> </a:t>
          </a:r>
          <a:r>
            <a:rPr lang="en-US" dirty="0" err="1"/>
            <a:t>utilizând</a:t>
          </a:r>
          <a:r>
            <a:rPr lang="en-US" dirty="0"/>
            <a:t> PWM</a:t>
          </a:r>
        </a:p>
      </dgm:t>
    </dgm:pt>
    <dgm:pt modelId="{F4D5F23A-92EB-4E2D-A9A7-87BF7E82843D}" type="parTrans" cxnId="{7202B5BA-6232-4427-AEE1-8061A447F75E}">
      <dgm:prSet/>
      <dgm:spPr/>
      <dgm:t>
        <a:bodyPr/>
        <a:lstStyle/>
        <a:p>
          <a:endParaRPr lang="en-US"/>
        </a:p>
      </dgm:t>
    </dgm:pt>
    <dgm:pt modelId="{EE88B5B9-191C-428C-8E09-B3F4E753CEB8}" type="sibTrans" cxnId="{7202B5BA-6232-4427-AEE1-8061A447F75E}">
      <dgm:prSet/>
      <dgm:spPr/>
      <dgm:t>
        <a:bodyPr/>
        <a:lstStyle/>
        <a:p>
          <a:endParaRPr lang="en-US"/>
        </a:p>
      </dgm:t>
    </dgm:pt>
    <dgm:pt modelId="{9515EB5A-3F7C-4635-8147-C649719DBC87}" type="pres">
      <dgm:prSet presAssocID="{FE39A187-8392-4B64-AEB0-AF65FC8FD65B}" presName="root" presStyleCnt="0">
        <dgm:presLayoutVars>
          <dgm:dir/>
          <dgm:resizeHandles val="exact"/>
        </dgm:presLayoutVars>
      </dgm:prSet>
      <dgm:spPr/>
    </dgm:pt>
    <dgm:pt modelId="{3D8E90E5-F43A-45A2-91FE-02E3A6AAC804}" type="pres">
      <dgm:prSet presAssocID="{08D12B1E-A55D-4B73-BCB3-B3179DE88A75}" presName="compNode" presStyleCnt="0"/>
      <dgm:spPr/>
    </dgm:pt>
    <dgm:pt modelId="{189FA5FA-C060-4688-8B27-FCFDFCE873CA}" type="pres">
      <dgm:prSet presAssocID="{08D12B1E-A55D-4B73-BCB3-B3179DE88A75}" presName="bgRect" presStyleLbl="bgShp" presStyleIdx="0" presStyleCnt="4"/>
      <dgm:spPr/>
    </dgm:pt>
    <dgm:pt modelId="{441604AB-C840-4CA0-960B-DFABE776301C}" type="pres">
      <dgm:prSet presAssocID="{08D12B1E-A55D-4B73-BCB3-B3179DE88A7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CD0A58E7-369D-423B-A94F-12F081CC8F3E}" type="pres">
      <dgm:prSet presAssocID="{08D12B1E-A55D-4B73-BCB3-B3179DE88A75}" presName="spaceRect" presStyleCnt="0"/>
      <dgm:spPr/>
    </dgm:pt>
    <dgm:pt modelId="{1F95876A-9573-4342-80D7-E2D1C86720A7}" type="pres">
      <dgm:prSet presAssocID="{08D12B1E-A55D-4B73-BCB3-B3179DE88A75}" presName="parTx" presStyleLbl="revTx" presStyleIdx="0" presStyleCnt="4">
        <dgm:presLayoutVars>
          <dgm:chMax val="0"/>
          <dgm:chPref val="0"/>
        </dgm:presLayoutVars>
      </dgm:prSet>
      <dgm:spPr/>
    </dgm:pt>
    <dgm:pt modelId="{FB42EB50-A567-4D04-A19D-29B679879ED3}" type="pres">
      <dgm:prSet presAssocID="{BAF2981C-4C83-4E19-912E-DE42BFA4075E}" presName="sibTrans" presStyleCnt="0"/>
      <dgm:spPr/>
    </dgm:pt>
    <dgm:pt modelId="{4B2E669A-D42E-4680-A1C3-EC5476885E58}" type="pres">
      <dgm:prSet presAssocID="{1F07D9AF-9DFC-420A-9A08-58560F56E62C}" presName="compNode" presStyleCnt="0"/>
      <dgm:spPr/>
    </dgm:pt>
    <dgm:pt modelId="{CEBAF359-88A7-4B75-90DC-80D0A7B40D6D}" type="pres">
      <dgm:prSet presAssocID="{1F07D9AF-9DFC-420A-9A08-58560F56E62C}" presName="bgRect" presStyleLbl="bgShp" presStyleIdx="1" presStyleCnt="4"/>
      <dgm:spPr/>
    </dgm:pt>
    <dgm:pt modelId="{0BD73159-B8F4-4F6B-B5C0-84D9554A2E50}" type="pres">
      <dgm:prSet presAssocID="{1F07D9AF-9DFC-420A-9A08-58560F56E62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uetooth"/>
        </a:ext>
      </dgm:extLst>
    </dgm:pt>
    <dgm:pt modelId="{43B02FAB-AC8C-46BF-9EF0-980560582618}" type="pres">
      <dgm:prSet presAssocID="{1F07D9AF-9DFC-420A-9A08-58560F56E62C}" presName="spaceRect" presStyleCnt="0"/>
      <dgm:spPr/>
    </dgm:pt>
    <dgm:pt modelId="{F6DE542D-0ABF-4E07-86A0-B3C55E23130B}" type="pres">
      <dgm:prSet presAssocID="{1F07D9AF-9DFC-420A-9A08-58560F56E62C}" presName="parTx" presStyleLbl="revTx" presStyleIdx="1" presStyleCnt="4">
        <dgm:presLayoutVars>
          <dgm:chMax val="0"/>
          <dgm:chPref val="0"/>
        </dgm:presLayoutVars>
      </dgm:prSet>
      <dgm:spPr/>
    </dgm:pt>
    <dgm:pt modelId="{DDA002EA-2AB2-469F-B3C4-AC914570AEFF}" type="pres">
      <dgm:prSet presAssocID="{B43156AD-0ABC-40FF-82C5-EE12CE3ACD2D}" presName="sibTrans" presStyleCnt="0"/>
      <dgm:spPr/>
    </dgm:pt>
    <dgm:pt modelId="{E54E389F-D4EC-4C15-89B9-977954F6A631}" type="pres">
      <dgm:prSet presAssocID="{D24BB717-6C7E-49BA-A6C7-546E6A84B6D3}" presName="compNode" presStyleCnt="0"/>
      <dgm:spPr/>
    </dgm:pt>
    <dgm:pt modelId="{44FF03CE-1164-4F68-A79E-3EED33AC2DE8}" type="pres">
      <dgm:prSet presAssocID="{D24BB717-6C7E-49BA-A6C7-546E6A84B6D3}" presName="bgRect" presStyleLbl="bgShp" presStyleIdx="2" presStyleCnt="4"/>
      <dgm:spPr/>
    </dgm:pt>
    <dgm:pt modelId="{6D8BBF19-B80F-49C8-9E47-8E2A2CA8C421}" type="pres">
      <dgm:prSet presAssocID="{D24BB717-6C7E-49BA-A6C7-546E6A84B6D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ian"/>
        </a:ext>
      </dgm:extLst>
    </dgm:pt>
    <dgm:pt modelId="{7D924335-51B3-4170-A469-5921AD5B9115}" type="pres">
      <dgm:prSet presAssocID="{D24BB717-6C7E-49BA-A6C7-546E6A84B6D3}" presName="spaceRect" presStyleCnt="0"/>
      <dgm:spPr/>
    </dgm:pt>
    <dgm:pt modelId="{9D54FB45-E5B7-4A4A-B36C-34F911BAF790}" type="pres">
      <dgm:prSet presAssocID="{D24BB717-6C7E-49BA-A6C7-546E6A84B6D3}" presName="parTx" presStyleLbl="revTx" presStyleIdx="2" presStyleCnt="4">
        <dgm:presLayoutVars>
          <dgm:chMax val="0"/>
          <dgm:chPref val="0"/>
        </dgm:presLayoutVars>
      </dgm:prSet>
      <dgm:spPr/>
    </dgm:pt>
    <dgm:pt modelId="{76BA280B-48A5-4D54-AE32-8B758A61D163}" type="pres">
      <dgm:prSet presAssocID="{B9A55870-56F6-4BE8-AECC-AD7A040DBCB4}" presName="sibTrans" presStyleCnt="0"/>
      <dgm:spPr/>
    </dgm:pt>
    <dgm:pt modelId="{FB98106E-C924-41A4-B358-A84CE0488F3F}" type="pres">
      <dgm:prSet presAssocID="{69FC038C-95C5-4436-90BA-1B4E9D5349EB}" presName="compNode" presStyleCnt="0"/>
      <dgm:spPr/>
    </dgm:pt>
    <dgm:pt modelId="{94FDF93D-B749-4B2F-87AA-354CE60F2E4D}" type="pres">
      <dgm:prSet presAssocID="{69FC038C-95C5-4436-90BA-1B4E9D5349EB}" presName="bgRect" presStyleLbl="bgShp" presStyleIdx="3" presStyleCnt="4"/>
      <dgm:spPr/>
    </dgm:pt>
    <dgm:pt modelId="{F803FFBF-89AA-4749-A75C-67B2A954F944}" type="pres">
      <dgm:prSet presAssocID="{69FC038C-95C5-4436-90BA-1B4E9D5349E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42D8999-6EA3-44BE-B369-7D9F61AA54C2}" type="pres">
      <dgm:prSet presAssocID="{69FC038C-95C5-4436-90BA-1B4E9D5349EB}" presName="spaceRect" presStyleCnt="0"/>
      <dgm:spPr/>
    </dgm:pt>
    <dgm:pt modelId="{F4AD1E4F-0312-4872-9D5D-C0B5B07C2315}" type="pres">
      <dgm:prSet presAssocID="{69FC038C-95C5-4436-90BA-1B4E9D5349E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3E7A04C-D45C-48BD-B8AE-2D494BACD0C1}" type="presOf" srcId="{D24BB717-6C7E-49BA-A6C7-546E6A84B6D3}" destId="{9D54FB45-E5B7-4A4A-B36C-34F911BAF790}" srcOrd="0" destOrd="0" presId="urn:microsoft.com/office/officeart/2018/2/layout/IconVerticalSolidList"/>
    <dgm:cxn modelId="{1EB5AE4F-ACDB-4196-81A8-03B2923BE6AA}" type="presOf" srcId="{08D12B1E-A55D-4B73-BCB3-B3179DE88A75}" destId="{1F95876A-9573-4342-80D7-E2D1C86720A7}" srcOrd="0" destOrd="0" presId="urn:microsoft.com/office/officeart/2018/2/layout/IconVerticalSolidList"/>
    <dgm:cxn modelId="{7F704E7C-DA3C-42F2-88EE-CDD3C07E1B33}" srcId="{FE39A187-8392-4B64-AEB0-AF65FC8FD65B}" destId="{D24BB717-6C7E-49BA-A6C7-546E6A84B6D3}" srcOrd="2" destOrd="0" parTransId="{8DA2AFE1-806D-4B8E-9E6A-C14552256693}" sibTransId="{B9A55870-56F6-4BE8-AECC-AD7A040DBCB4}"/>
    <dgm:cxn modelId="{185DF292-CA1C-4E44-8145-40511B8D1F6F}" srcId="{FE39A187-8392-4B64-AEB0-AF65FC8FD65B}" destId="{1F07D9AF-9DFC-420A-9A08-58560F56E62C}" srcOrd="1" destOrd="0" parTransId="{F85CFC11-E520-430C-9E79-86B37B1273BC}" sibTransId="{B43156AD-0ABC-40FF-82C5-EE12CE3ACD2D}"/>
    <dgm:cxn modelId="{4A53CE94-3F35-4DDC-9B93-1F2BCFBE1CCA}" type="presOf" srcId="{FE39A187-8392-4B64-AEB0-AF65FC8FD65B}" destId="{9515EB5A-3F7C-4635-8147-C649719DBC87}" srcOrd="0" destOrd="0" presId="urn:microsoft.com/office/officeart/2018/2/layout/IconVerticalSolidList"/>
    <dgm:cxn modelId="{EA39FA96-23CD-4454-8675-558238FF1A6D}" type="presOf" srcId="{69FC038C-95C5-4436-90BA-1B4E9D5349EB}" destId="{F4AD1E4F-0312-4872-9D5D-C0B5B07C2315}" srcOrd="0" destOrd="0" presId="urn:microsoft.com/office/officeart/2018/2/layout/IconVerticalSolidList"/>
    <dgm:cxn modelId="{4186649F-D35D-4FAB-8CE7-82A39D05F802}" type="presOf" srcId="{1F07D9AF-9DFC-420A-9A08-58560F56E62C}" destId="{F6DE542D-0ABF-4E07-86A0-B3C55E23130B}" srcOrd="0" destOrd="0" presId="urn:microsoft.com/office/officeart/2018/2/layout/IconVerticalSolidList"/>
    <dgm:cxn modelId="{E86004B1-2682-4CA0-AB07-A928556F736E}" srcId="{FE39A187-8392-4B64-AEB0-AF65FC8FD65B}" destId="{08D12B1E-A55D-4B73-BCB3-B3179DE88A75}" srcOrd="0" destOrd="0" parTransId="{1C309069-FBAF-4BA8-9F9D-337CF5608475}" sibTransId="{BAF2981C-4C83-4E19-912E-DE42BFA4075E}"/>
    <dgm:cxn modelId="{7202B5BA-6232-4427-AEE1-8061A447F75E}" srcId="{FE39A187-8392-4B64-AEB0-AF65FC8FD65B}" destId="{69FC038C-95C5-4436-90BA-1B4E9D5349EB}" srcOrd="3" destOrd="0" parTransId="{F4D5F23A-92EB-4E2D-A9A7-87BF7E82843D}" sibTransId="{EE88B5B9-191C-428C-8E09-B3F4E753CEB8}"/>
    <dgm:cxn modelId="{6E9DBDE5-8CD1-4BDE-AB52-0F9C3DAC6DA7}" type="presParOf" srcId="{9515EB5A-3F7C-4635-8147-C649719DBC87}" destId="{3D8E90E5-F43A-45A2-91FE-02E3A6AAC804}" srcOrd="0" destOrd="0" presId="urn:microsoft.com/office/officeart/2018/2/layout/IconVerticalSolidList"/>
    <dgm:cxn modelId="{7BC06A77-15A3-4F89-9CC8-AC60C69D7158}" type="presParOf" srcId="{3D8E90E5-F43A-45A2-91FE-02E3A6AAC804}" destId="{189FA5FA-C060-4688-8B27-FCFDFCE873CA}" srcOrd="0" destOrd="0" presId="urn:microsoft.com/office/officeart/2018/2/layout/IconVerticalSolidList"/>
    <dgm:cxn modelId="{DE216FF0-08A9-4168-AF43-391957346E8D}" type="presParOf" srcId="{3D8E90E5-F43A-45A2-91FE-02E3A6AAC804}" destId="{441604AB-C840-4CA0-960B-DFABE776301C}" srcOrd="1" destOrd="0" presId="urn:microsoft.com/office/officeart/2018/2/layout/IconVerticalSolidList"/>
    <dgm:cxn modelId="{03BB4411-2FF4-42A7-937E-5032625048CC}" type="presParOf" srcId="{3D8E90E5-F43A-45A2-91FE-02E3A6AAC804}" destId="{CD0A58E7-369D-423B-A94F-12F081CC8F3E}" srcOrd="2" destOrd="0" presId="urn:microsoft.com/office/officeart/2018/2/layout/IconVerticalSolidList"/>
    <dgm:cxn modelId="{7105A7E5-66F7-4A9D-A98C-D2D4AC9AFC63}" type="presParOf" srcId="{3D8E90E5-F43A-45A2-91FE-02E3A6AAC804}" destId="{1F95876A-9573-4342-80D7-E2D1C86720A7}" srcOrd="3" destOrd="0" presId="urn:microsoft.com/office/officeart/2018/2/layout/IconVerticalSolidList"/>
    <dgm:cxn modelId="{3FF433FB-79E0-4F79-8983-A6C4B2FD8B3F}" type="presParOf" srcId="{9515EB5A-3F7C-4635-8147-C649719DBC87}" destId="{FB42EB50-A567-4D04-A19D-29B679879ED3}" srcOrd="1" destOrd="0" presId="urn:microsoft.com/office/officeart/2018/2/layout/IconVerticalSolidList"/>
    <dgm:cxn modelId="{008C99EC-7353-4CB0-B2EE-44207636AEEC}" type="presParOf" srcId="{9515EB5A-3F7C-4635-8147-C649719DBC87}" destId="{4B2E669A-D42E-4680-A1C3-EC5476885E58}" srcOrd="2" destOrd="0" presId="urn:microsoft.com/office/officeart/2018/2/layout/IconVerticalSolidList"/>
    <dgm:cxn modelId="{12E488F7-A7C8-49C3-B57C-B7F10BD80C88}" type="presParOf" srcId="{4B2E669A-D42E-4680-A1C3-EC5476885E58}" destId="{CEBAF359-88A7-4B75-90DC-80D0A7B40D6D}" srcOrd="0" destOrd="0" presId="urn:microsoft.com/office/officeart/2018/2/layout/IconVerticalSolidList"/>
    <dgm:cxn modelId="{9462BE4C-D107-4D8F-9044-3604B7906C93}" type="presParOf" srcId="{4B2E669A-D42E-4680-A1C3-EC5476885E58}" destId="{0BD73159-B8F4-4F6B-B5C0-84D9554A2E50}" srcOrd="1" destOrd="0" presId="urn:microsoft.com/office/officeart/2018/2/layout/IconVerticalSolidList"/>
    <dgm:cxn modelId="{EFA5237F-A3BF-4DA0-BCFD-2DA9599A2082}" type="presParOf" srcId="{4B2E669A-D42E-4680-A1C3-EC5476885E58}" destId="{43B02FAB-AC8C-46BF-9EF0-980560582618}" srcOrd="2" destOrd="0" presId="urn:microsoft.com/office/officeart/2018/2/layout/IconVerticalSolidList"/>
    <dgm:cxn modelId="{BD645FEF-63EC-4EAD-A1A7-51C87E2E621F}" type="presParOf" srcId="{4B2E669A-D42E-4680-A1C3-EC5476885E58}" destId="{F6DE542D-0ABF-4E07-86A0-B3C55E23130B}" srcOrd="3" destOrd="0" presId="urn:microsoft.com/office/officeart/2018/2/layout/IconVerticalSolidList"/>
    <dgm:cxn modelId="{41D09315-4726-439C-A148-DCC846254AF6}" type="presParOf" srcId="{9515EB5A-3F7C-4635-8147-C649719DBC87}" destId="{DDA002EA-2AB2-469F-B3C4-AC914570AEFF}" srcOrd="3" destOrd="0" presId="urn:microsoft.com/office/officeart/2018/2/layout/IconVerticalSolidList"/>
    <dgm:cxn modelId="{BCA80A9F-862D-425D-9A85-EFE6F2716B2D}" type="presParOf" srcId="{9515EB5A-3F7C-4635-8147-C649719DBC87}" destId="{E54E389F-D4EC-4C15-89B9-977954F6A631}" srcOrd="4" destOrd="0" presId="urn:microsoft.com/office/officeart/2018/2/layout/IconVerticalSolidList"/>
    <dgm:cxn modelId="{0D9E6B2E-5789-40AA-9A9B-77CFDDEFBF60}" type="presParOf" srcId="{E54E389F-D4EC-4C15-89B9-977954F6A631}" destId="{44FF03CE-1164-4F68-A79E-3EED33AC2DE8}" srcOrd="0" destOrd="0" presId="urn:microsoft.com/office/officeart/2018/2/layout/IconVerticalSolidList"/>
    <dgm:cxn modelId="{1DC53B6D-B374-478E-8324-F11B758021A4}" type="presParOf" srcId="{E54E389F-D4EC-4C15-89B9-977954F6A631}" destId="{6D8BBF19-B80F-49C8-9E47-8E2A2CA8C421}" srcOrd="1" destOrd="0" presId="urn:microsoft.com/office/officeart/2018/2/layout/IconVerticalSolidList"/>
    <dgm:cxn modelId="{6044FD5E-4A6D-4C57-985E-44ABA1128D6C}" type="presParOf" srcId="{E54E389F-D4EC-4C15-89B9-977954F6A631}" destId="{7D924335-51B3-4170-A469-5921AD5B9115}" srcOrd="2" destOrd="0" presId="urn:microsoft.com/office/officeart/2018/2/layout/IconVerticalSolidList"/>
    <dgm:cxn modelId="{D81297D4-7483-4354-8A50-7C575DCA3131}" type="presParOf" srcId="{E54E389F-D4EC-4C15-89B9-977954F6A631}" destId="{9D54FB45-E5B7-4A4A-B36C-34F911BAF790}" srcOrd="3" destOrd="0" presId="urn:microsoft.com/office/officeart/2018/2/layout/IconVerticalSolidList"/>
    <dgm:cxn modelId="{AEC71C89-1197-4152-907F-58FAA135A9D1}" type="presParOf" srcId="{9515EB5A-3F7C-4635-8147-C649719DBC87}" destId="{76BA280B-48A5-4D54-AE32-8B758A61D163}" srcOrd="5" destOrd="0" presId="urn:microsoft.com/office/officeart/2018/2/layout/IconVerticalSolidList"/>
    <dgm:cxn modelId="{3C48D793-C192-4655-8656-47ED371953EB}" type="presParOf" srcId="{9515EB5A-3F7C-4635-8147-C649719DBC87}" destId="{FB98106E-C924-41A4-B358-A84CE0488F3F}" srcOrd="6" destOrd="0" presId="urn:microsoft.com/office/officeart/2018/2/layout/IconVerticalSolidList"/>
    <dgm:cxn modelId="{2E8F2D38-3094-4FF8-AE2C-23E63E2F26BE}" type="presParOf" srcId="{FB98106E-C924-41A4-B358-A84CE0488F3F}" destId="{94FDF93D-B749-4B2F-87AA-354CE60F2E4D}" srcOrd="0" destOrd="0" presId="urn:microsoft.com/office/officeart/2018/2/layout/IconVerticalSolidList"/>
    <dgm:cxn modelId="{ADB56EB0-3E7C-4D7C-9C5C-950AAB0D5E0B}" type="presParOf" srcId="{FB98106E-C924-41A4-B358-A84CE0488F3F}" destId="{F803FFBF-89AA-4749-A75C-67B2A954F944}" srcOrd="1" destOrd="0" presId="urn:microsoft.com/office/officeart/2018/2/layout/IconVerticalSolidList"/>
    <dgm:cxn modelId="{4F580B4B-5592-4605-A243-D317D14FCB77}" type="presParOf" srcId="{FB98106E-C924-41A4-B358-A84CE0488F3F}" destId="{542D8999-6EA3-44BE-B369-7D9F61AA54C2}" srcOrd="2" destOrd="0" presId="urn:microsoft.com/office/officeart/2018/2/layout/IconVerticalSolidList"/>
    <dgm:cxn modelId="{A9AE7F80-86EA-477F-B311-A520499FA3D0}" type="presParOf" srcId="{FB98106E-C924-41A4-B358-A84CE0488F3F}" destId="{F4AD1E4F-0312-4872-9D5D-C0B5B07C231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FF6622-65DB-411C-993F-A86E99DB18C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4D5BE15-60BB-41EA-8E09-8E4FF22E5CE4}">
      <dgm:prSet/>
      <dgm:spPr>
        <a:solidFill>
          <a:schemeClr val="accent6">
            <a:lumMod val="40000"/>
            <a:lumOff val="60000"/>
          </a:schemeClr>
        </a:solidFill>
        <a:ln>
          <a:solidFill>
            <a:schemeClr val="accent6">
              <a:lumMod val="40000"/>
              <a:lumOff val="60000"/>
            </a:schemeClr>
          </a:solidFill>
        </a:ln>
      </dgm:spPr>
      <dgm:t>
        <a:bodyPr/>
        <a:lstStyle/>
        <a:p>
          <a:r>
            <a:rPr lang="ro-RO" dirty="0"/>
            <a:t>MPU6050 măsoară accelerația și înclinarea utilizatorului în timp real.</a:t>
          </a:r>
          <a:endParaRPr lang="en-US" dirty="0"/>
        </a:p>
      </dgm:t>
    </dgm:pt>
    <dgm:pt modelId="{13753276-AC18-40D3-A0EB-2459F426162E}" type="parTrans" cxnId="{B5A2BC07-80B5-4381-9632-F581ED376BE3}">
      <dgm:prSet/>
      <dgm:spPr/>
      <dgm:t>
        <a:bodyPr/>
        <a:lstStyle/>
        <a:p>
          <a:endParaRPr lang="en-US"/>
        </a:p>
      </dgm:t>
    </dgm:pt>
    <dgm:pt modelId="{DF11E10F-F532-4DEA-8625-CAD36F944D29}" type="sibTrans" cxnId="{B5A2BC07-80B5-4381-9632-F581ED376BE3}">
      <dgm:prSet/>
      <dgm:spPr/>
      <dgm:t>
        <a:bodyPr/>
        <a:lstStyle/>
        <a:p>
          <a:endParaRPr lang="en-US"/>
        </a:p>
      </dgm:t>
    </dgm:pt>
    <dgm:pt modelId="{701D9D76-5CEF-4725-8369-EA319235AA39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ro-RO" dirty="0"/>
            <a:t>ESP32 preia datele de la senzor prin interfața I2C și calculează unghiul de înclinare utilizând funcții trigonometrice.</a:t>
          </a:r>
          <a:endParaRPr lang="en-US" dirty="0"/>
        </a:p>
      </dgm:t>
    </dgm:pt>
    <dgm:pt modelId="{5267D885-6C9F-43F7-97EC-4D1DD4165683}" type="parTrans" cxnId="{D64DD14B-2756-42F5-8ECB-5FE2FCF807E2}">
      <dgm:prSet/>
      <dgm:spPr/>
      <dgm:t>
        <a:bodyPr/>
        <a:lstStyle/>
        <a:p>
          <a:endParaRPr lang="en-US"/>
        </a:p>
      </dgm:t>
    </dgm:pt>
    <dgm:pt modelId="{0ABEA24F-D55F-421E-BEC0-F8542831A381}" type="sibTrans" cxnId="{D64DD14B-2756-42F5-8ECB-5FE2FCF807E2}">
      <dgm:prSet/>
      <dgm:spPr/>
      <dgm:t>
        <a:bodyPr/>
        <a:lstStyle/>
        <a:p>
          <a:endParaRPr lang="en-US"/>
        </a:p>
      </dgm:t>
    </dgm:pt>
    <dgm:pt modelId="{21798495-D259-45D5-9339-3D342B11EC0B}">
      <dgm:prSet/>
      <dgm:spPr>
        <a:solidFill>
          <a:schemeClr val="accent6">
            <a:lumMod val="40000"/>
            <a:lumOff val="60000"/>
          </a:schemeClr>
        </a:solidFill>
        <a:ln>
          <a:solidFill>
            <a:schemeClr val="accent6">
              <a:lumMod val="40000"/>
              <a:lumOff val="60000"/>
            </a:schemeClr>
          </a:solidFill>
        </a:ln>
      </dgm:spPr>
      <dgm:t>
        <a:bodyPr/>
        <a:lstStyle/>
        <a:p>
          <a:r>
            <a:rPr lang="ro-RO" dirty="0"/>
            <a:t>Valorile calculate sunt transmise wireless prin Bluetooth folosind modulul HC-05.</a:t>
          </a:r>
          <a:endParaRPr lang="en-US" dirty="0"/>
        </a:p>
      </dgm:t>
    </dgm:pt>
    <dgm:pt modelId="{DB15CA33-9D6B-47CC-B48C-10E5CB53D6B8}" type="parTrans" cxnId="{4C1C3B1D-D827-4709-B68B-1A7A451ED201}">
      <dgm:prSet/>
      <dgm:spPr/>
      <dgm:t>
        <a:bodyPr/>
        <a:lstStyle/>
        <a:p>
          <a:endParaRPr lang="en-US"/>
        </a:p>
      </dgm:t>
    </dgm:pt>
    <dgm:pt modelId="{0C2C2F81-C582-4780-BEA2-98F1C34536F4}" type="sibTrans" cxnId="{4C1C3B1D-D827-4709-B68B-1A7A451ED201}">
      <dgm:prSet/>
      <dgm:spPr/>
      <dgm:t>
        <a:bodyPr/>
        <a:lstStyle/>
        <a:p>
          <a:endParaRPr lang="en-US"/>
        </a:p>
      </dgm:t>
    </dgm:pt>
    <dgm:pt modelId="{53683AC5-400A-4F7B-BB05-A9BAC4E9B6C0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ro-RO" dirty="0"/>
            <a:t>STM32 primește datele prin UART4 și procesează comenzile primite.</a:t>
          </a:r>
          <a:endParaRPr lang="en-US" dirty="0"/>
        </a:p>
      </dgm:t>
    </dgm:pt>
    <dgm:pt modelId="{86902E23-30E8-4769-AC0E-D045D304B457}" type="parTrans" cxnId="{80676B5D-8B34-44C9-8B7A-52BC83D01D41}">
      <dgm:prSet/>
      <dgm:spPr/>
      <dgm:t>
        <a:bodyPr/>
        <a:lstStyle/>
        <a:p>
          <a:endParaRPr lang="en-US"/>
        </a:p>
      </dgm:t>
    </dgm:pt>
    <dgm:pt modelId="{00B36319-8A2D-4E86-973D-B35EC1D7A8B8}" type="sibTrans" cxnId="{80676B5D-8B34-44C9-8B7A-52BC83D01D41}">
      <dgm:prSet/>
      <dgm:spPr/>
      <dgm:t>
        <a:bodyPr/>
        <a:lstStyle/>
        <a:p>
          <a:endParaRPr lang="en-US"/>
        </a:p>
      </dgm:t>
    </dgm:pt>
    <dgm:pt modelId="{F72E9A99-FCCD-4AA0-A9C1-06B890308F39}">
      <dgm:prSet/>
      <dgm:spPr>
        <a:solidFill>
          <a:schemeClr val="accent6">
            <a:lumMod val="40000"/>
            <a:lumOff val="60000"/>
          </a:schemeClr>
        </a:solidFill>
        <a:ln>
          <a:solidFill>
            <a:schemeClr val="accent6">
              <a:lumMod val="40000"/>
              <a:lumOff val="60000"/>
            </a:schemeClr>
          </a:solidFill>
        </a:ln>
      </dgm:spPr>
      <dgm:t>
        <a:bodyPr/>
        <a:lstStyle/>
        <a:p>
          <a:r>
            <a:rPr lang="ro-RO" dirty="0"/>
            <a:t>Driverul L298N este utilizat pentru controlul direcției și vitezei motorului DC.</a:t>
          </a:r>
          <a:endParaRPr lang="en-US" dirty="0"/>
        </a:p>
      </dgm:t>
    </dgm:pt>
    <dgm:pt modelId="{29EAB9D8-0A38-47BF-9962-0D9518875695}" type="parTrans" cxnId="{EE5A32A0-3E16-4A0E-AB02-548ADB9BA393}">
      <dgm:prSet/>
      <dgm:spPr/>
      <dgm:t>
        <a:bodyPr/>
        <a:lstStyle/>
        <a:p>
          <a:endParaRPr lang="en-US"/>
        </a:p>
      </dgm:t>
    </dgm:pt>
    <dgm:pt modelId="{EB662D6A-4D3E-44D2-90E4-4011BC7635B1}" type="sibTrans" cxnId="{EE5A32A0-3E16-4A0E-AB02-548ADB9BA393}">
      <dgm:prSet/>
      <dgm:spPr/>
      <dgm:t>
        <a:bodyPr/>
        <a:lstStyle/>
        <a:p>
          <a:endParaRPr lang="en-US"/>
        </a:p>
      </dgm:t>
    </dgm:pt>
    <dgm:pt modelId="{AF39F8B3-0B6E-4677-B06B-B328DE0F1985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ro-RO"/>
            <a:t>Controlul vitezei este realizat prin semnal PWM generat de perifericul TIM3 al microcontrolerului STM32.</a:t>
          </a:r>
          <a:endParaRPr lang="en-US"/>
        </a:p>
      </dgm:t>
    </dgm:pt>
    <dgm:pt modelId="{06BA8298-1ED5-40E5-A338-23CC76FBB15F}" type="parTrans" cxnId="{0C767596-85E6-48D9-BD97-82142C95956D}">
      <dgm:prSet/>
      <dgm:spPr/>
      <dgm:t>
        <a:bodyPr/>
        <a:lstStyle/>
        <a:p>
          <a:endParaRPr lang="en-US"/>
        </a:p>
      </dgm:t>
    </dgm:pt>
    <dgm:pt modelId="{E3D2CD8A-09E6-4ED5-81C0-ADB5F1BDBB29}" type="sibTrans" cxnId="{0C767596-85E6-48D9-BD97-82142C95956D}">
      <dgm:prSet/>
      <dgm:spPr/>
      <dgm:t>
        <a:bodyPr/>
        <a:lstStyle/>
        <a:p>
          <a:endParaRPr lang="en-US"/>
        </a:p>
      </dgm:t>
    </dgm:pt>
    <dgm:pt modelId="{710BCA88-CD80-4A20-A035-1ECD6239B1CB}">
      <dgm:prSet/>
      <dgm:spPr>
        <a:solidFill>
          <a:schemeClr val="accent6">
            <a:lumMod val="40000"/>
            <a:lumOff val="60000"/>
          </a:schemeClr>
        </a:solidFill>
        <a:ln>
          <a:solidFill>
            <a:schemeClr val="accent6">
              <a:lumMod val="40000"/>
              <a:lumOff val="60000"/>
            </a:schemeClr>
          </a:solidFill>
        </a:ln>
      </dgm:spPr>
      <dgm:t>
        <a:bodyPr/>
        <a:lstStyle/>
        <a:p>
          <a:r>
            <a:rPr lang="ro-RO" dirty="0"/>
            <a:t>Întregul sistem funcționează în timp real și permite controlul motorului pe baza mișcărilor utilizatorului.</a:t>
          </a:r>
          <a:endParaRPr lang="en-US" dirty="0"/>
        </a:p>
      </dgm:t>
    </dgm:pt>
    <dgm:pt modelId="{9696267F-6EBE-4839-96DB-201ED5EA5D36}" type="parTrans" cxnId="{04BCB5BE-4662-4571-B2EA-321B593D4D91}">
      <dgm:prSet/>
      <dgm:spPr/>
      <dgm:t>
        <a:bodyPr/>
        <a:lstStyle/>
        <a:p>
          <a:endParaRPr lang="en-US"/>
        </a:p>
      </dgm:t>
    </dgm:pt>
    <dgm:pt modelId="{B89CFD2B-9051-43C8-B8A8-7DCD252EB706}" type="sibTrans" cxnId="{04BCB5BE-4662-4571-B2EA-321B593D4D91}">
      <dgm:prSet/>
      <dgm:spPr/>
      <dgm:t>
        <a:bodyPr/>
        <a:lstStyle/>
        <a:p>
          <a:endParaRPr lang="en-US"/>
        </a:p>
      </dgm:t>
    </dgm:pt>
    <dgm:pt modelId="{4129E376-18C1-460C-8600-92E14ABB621B}" type="pres">
      <dgm:prSet presAssocID="{D2FF6622-65DB-411C-993F-A86E99DB18CA}" presName="Name0" presStyleCnt="0">
        <dgm:presLayoutVars>
          <dgm:dir/>
          <dgm:resizeHandles val="exact"/>
        </dgm:presLayoutVars>
      </dgm:prSet>
      <dgm:spPr/>
    </dgm:pt>
    <dgm:pt modelId="{5B44DE3D-5495-4404-8501-3F6007DB6263}" type="pres">
      <dgm:prSet presAssocID="{C4D5BE15-60BB-41EA-8E09-8E4FF22E5CE4}" presName="node" presStyleLbl="node1" presStyleIdx="0" presStyleCnt="7" custLinFactNeighborX="-10213" custLinFactNeighborY="-11998">
        <dgm:presLayoutVars>
          <dgm:bulletEnabled val="1"/>
        </dgm:presLayoutVars>
      </dgm:prSet>
      <dgm:spPr/>
    </dgm:pt>
    <dgm:pt modelId="{6ACBCDEA-C33D-4B4D-9A37-661651539724}" type="pres">
      <dgm:prSet presAssocID="{DF11E10F-F532-4DEA-8625-CAD36F944D29}" presName="sibTrans" presStyleLbl="sibTrans1D1" presStyleIdx="0" presStyleCnt="6"/>
      <dgm:spPr/>
    </dgm:pt>
    <dgm:pt modelId="{3EB9CC23-5008-4A15-A2C3-663003B3A648}" type="pres">
      <dgm:prSet presAssocID="{DF11E10F-F532-4DEA-8625-CAD36F944D29}" presName="connectorText" presStyleLbl="sibTrans1D1" presStyleIdx="0" presStyleCnt="6"/>
      <dgm:spPr/>
    </dgm:pt>
    <dgm:pt modelId="{CC7B7651-D3BB-450E-B508-212CC068ADC7}" type="pres">
      <dgm:prSet presAssocID="{701D9D76-5CEF-4725-8369-EA319235AA39}" presName="node" presStyleLbl="node1" presStyleIdx="1" presStyleCnt="7" custLinFactNeighborX="-59" custLinFactNeighborY="-13768">
        <dgm:presLayoutVars>
          <dgm:bulletEnabled val="1"/>
        </dgm:presLayoutVars>
      </dgm:prSet>
      <dgm:spPr/>
    </dgm:pt>
    <dgm:pt modelId="{7FA5D609-BC14-4F9D-8963-7E9DEA81B7F9}" type="pres">
      <dgm:prSet presAssocID="{0ABEA24F-D55F-421E-BEC0-F8542831A381}" presName="sibTrans" presStyleLbl="sibTrans1D1" presStyleIdx="1" presStyleCnt="6"/>
      <dgm:spPr/>
    </dgm:pt>
    <dgm:pt modelId="{E5792806-02D4-4228-9BD5-FBD8E2E617DC}" type="pres">
      <dgm:prSet presAssocID="{0ABEA24F-D55F-421E-BEC0-F8542831A381}" presName="connectorText" presStyleLbl="sibTrans1D1" presStyleIdx="1" presStyleCnt="6"/>
      <dgm:spPr/>
    </dgm:pt>
    <dgm:pt modelId="{8A1BEFEF-AF3C-42E8-9A34-26D8AACC7968}" type="pres">
      <dgm:prSet presAssocID="{21798495-D259-45D5-9339-3D342B11EC0B}" presName="node" presStyleLbl="node1" presStyleIdx="2" presStyleCnt="7" custLinFactNeighborX="-1935" custLinFactNeighborY="-13768">
        <dgm:presLayoutVars>
          <dgm:bulletEnabled val="1"/>
        </dgm:presLayoutVars>
      </dgm:prSet>
      <dgm:spPr/>
    </dgm:pt>
    <dgm:pt modelId="{E88B1A44-71D3-410C-9C1B-460E2DAEBAD1}" type="pres">
      <dgm:prSet presAssocID="{0C2C2F81-C582-4780-BEA2-98F1C34536F4}" presName="sibTrans" presStyleLbl="sibTrans1D1" presStyleIdx="2" presStyleCnt="6"/>
      <dgm:spPr/>
    </dgm:pt>
    <dgm:pt modelId="{ED90A7F4-53CD-4710-8CF3-C6937ACC6ACC}" type="pres">
      <dgm:prSet presAssocID="{0C2C2F81-C582-4780-BEA2-98F1C34536F4}" presName="connectorText" presStyleLbl="sibTrans1D1" presStyleIdx="2" presStyleCnt="6"/>
      <dgm:spPr/>
    </dgm:pt>
    <dgm:pt modelId="{42B2BE13-6B49-44A2-BA83-531304BA21BB}" type="pres">
      <dgm:prSet presAssocID="{53683AC5-400A-4F7B-BB05-A9BAC4E9B6C0}" presName="node" presStyleLbl="node1" presStyleIdx="3" presStyleCnt="7">
        <dgm:presLayoutVars>
          <dgm:bulletEnabled val="1"/>
        </dgm:presLayoutVars>
      </dgm:prSet>
      <dgm:spPr/>
    </dgm:pt>
    <dgm:pt modelId="{B167A4E0-8CD7-441D-8E75-836257C70921}" type="pres">
      <dgm:prSet presAssocID="{00B36319-8A2D-4E86-973D-B35EC1D7A8B8}" presName="sibTrans" presStyleLbl="sibTrans1D1" presStyleIdx="3" presStyleCnt="6"/>
      <dgm:spPr/>
    </dgm:pt>
    <dgm:pt modelId="{22119693-D638-416A-BFF7-61D76451AAFA}" type="pres">
      <dgm:prSet presAssocID="{00B36319-8A2D-4E86-973D-B35EC1D7A8B8}" presName="connectorText" presStyleLbl="sibTrans1D1" presStyleIdx="3" presStyleCnt="6"/>
      <dgm:spPr/>
    </dgm:pt>
    <dgm:pt modelId="{A0F69FF4-AE3C-4D36-A57C-06BCCDE60342}" type="pres">
      <dgm:prSet presAssocID="{F72E9A99-FCCD-4AA0-A9C1-06B890308F39}" presName="node" presStyleLbl="node1" presStyleIdx="4" presStyleCnt="7">
        <dgm:presLayoutVars>
          <dgm:bulletEnabled val="1"/>
        </dgm:presLayoutVars>
      </dgm:prSet>
      <dgm:spPr/>
    </dgm:pt>
    <dgm:pt modelId="{DE019F12-DF00-4A0C-9FD2-A35931D3C5A4}" type="pres">
      <dgm:prSet presAssocID="{EB662D6A-4D3E-44D2-90E4-4011BC7635B1}" presName="sibTrans" presStyleLbl="sibTrans1D1" presStyleIdx="4" presStyleCnt="6"/>
      <dgm:spPr/>
    </dgm:pt>
    <dgm:pt modelId="{A03CC7C2-C824-472F-A664-0008970BEE2D}" type="pres">
      <dgm:prSet presAssocID="{EB662D6A-4D3E-44D2-90E4-4011BC7635B1}" presName="connectorText" presStyleLbl="sibTrans1D1" presStyleIdx="4" presStyleCnt="6"/>
      <dgm:spPr/>
    </dgm:pt>
    <dgm:pt modelId="{7E1C3B8E-5B9F-4A58-AA5B-16C4744D1867}" type="pres">
      <dgm:prSet presAssocID="{AF39F8B3-0B6E-4677-B06B-B328DE0F1985}" presName="node" presStyleLbl="node1" presStyleIdx="5" presStyleCnt="7">
        <dgm:presLayoutVars>
          <dgm:bulletEnabled val="1"/>
        </dgm:presLayoutVars>
      </dgm:prSet>
      <dgm:spPr/>
    </dgm:pt>
    <dgm:pt modelId="{65133ECD-6A3C-4C99-B5FE-C01353AC498D}" type="pres">
      <dgm:prSet presAssocID="{E3D2CD8A-09E6-4ED5-81C0-ADB5F1BDBB29}" presName="sibTrans" presStyleLbl="sibTrans1D1" presStyleIdx="5" presStyleCnt="6"/>
      <dgm:spPr/>
    </dgm:pt>
    <dgm:pt modelId="{A32F9693-0F00-44F9-8E5B-4FD4DCA4ACA6}" type="pres">
      <dgm:prSet presAssocID="{E3D2CD8A-09E6-4ED5-81C0-ADB5F1BDBB29}" presName="connectorText" presStyleLbl="sibTrans1D1" presStyleIdx="5" presStyleCnt="6"/>
      <dgm:spPr/>
    </dgm:pt>
    <dgm:pt modelId="{852B0BD7-3D24-4E6E-A9FD-A40B774CD1D9}" type="pres">
      <dgm:prSet presAssocID="{710BCA88-CD80-4A20-A035-1ECD6239B1CB}" presName="node" presStyleLbl="node1" presStyleIdx="6" presStyleCnt="7" custLinFactX="22941" custLinFactNeighborX="100000" custLinFactNeighborY="43">
        <dgm:presLayoutVars>
          <dgm:bulletEnabled val="1"/>
        </dgm:presLayoutVars>
      </dgm:prSet>
      <dgm:spPr/>
    </dgm:pt>
  </dgm:ptLst>
  <dgm:cxnLst>
    <dgm:cxn modelId="{BFAC0D01-03D7-4CA7-BA1B-3B991C1D5427}" type="presOf" srcId="{EB662D6A-4D3E-44D2-90E4-4011BC7635B1}" destId="{DE019F12-DF00-4A0C-9FD2-A35931D3C5A4}" srcOrd="0" destOrd="0" presId="urn:microsoft.com/office/officeart/2016/7/layout/RepeatingBendingProcessNew"/>
    <dgm:cxn modelId="{86370F02-5E8A-4D66-AD21-86A776D1D495}" type="presOf" srcId="{0C2C2F81-C582-4780-BEA2-98F1C34536F4}" destId="{ED90A7F4-53CD-4710-8CF3-C6937ACC6ACC}" srcOrd="1" destOrd="0" presId="urn:microsoft.com/office/officeart/2016/7/layout/RepeatingBendingProcessNew"/>
    <dgm:cxn modelId="{B5A2BC07-80B5-4381-9632-F581ED376BE3}" srcId="{D2FF6622-65DB-411C-993F-A86E99DB18CA}" destId="{C4D5BE15-60BB-41EA-8E09-8E4FF22E5CE4}" srcOrd="0" destOrd="0" parTransId="{13753276-AC18-40D3-A0EB-2459F426162E}" sibTransId="{DF11E10F-F532-4DEA-8625-CAD36F944D29}"/>
    <dgm:cxn modelId="{D4747F14-D5DE-4738-B5ED-5417FA11B451}" type="presOf" srcId="{AF39F8B3-0B6E-4677-B06B-B328DE0F1985}" destId="{7E1C3B8E-5B9F-4A58-AA5B-16C4744D1867}" srcOrd="0" destOrd="0" presId="urn:microsoft.com/office/officeart/2016/7/layout/RepeatingBendingProcessNew"/>
    <dgm:cxn modelId="{D3DBDF1C-F6A4-4BBE-BD83-593CAB39D480}" type="presOf" srcId="{701D9D76-5CEF-4725-8369-EA319235AA39}" destId="{CC7B7651-D3BB-450E-B508-212CC068ADC7}" srcOrd="0" destOrd="0" presId="urn:microsoft.com/office/officeart/2016/7/layout/RepeatingBendingProcessNew"/>
    <dgm:cxn modelId="{4C1C3B1D-D827-4709-B68B-1A7A451ED201}" srcId="{D2FF6622-65DB-411C-993F-A86E99DB18CA}" destId="{21798495-D259-45D5-9339-3D342B11EC0B}" srcOrd="2" destOrd="0" parTransId="{DB15CA33-9D6B-47CC-B48C-10E5CB53D6B8}" sibTransId="{0C2C2F81-C582-4780-BEA2-98F1C34536F4}"/>
    <dgm:cxn modelId="{80676B5D-8B34-44C9-8B7A-52BC83D01D41}" srcId="{D2FF6622-65DB-411C-993F-A86E99DB18CA}" destId="{53683AC5-400A-4F7B-BB05-A9BAC4E9B6C0}" srcOrd="3" destOrd="0" parTransId="{86902E23-30E8-4769-AC0E-D045D304B457}" sibTransId="{00B36319-8A2D-4E86-973D-B35EC1D7A8B8}"/>
    <dgm:cxn modelId="{D64DD14B-2756-42F5-8ECB-5FE2FCF807E2}" srcId="{D2FF6622-65DB-411C-993F-A86E99DB18CA}" destId="{701D9D76-5CEF-4725-8369-EA319235AA39}" srcOrd="1" destOrd="0" parTransId="{5267D885-6C9F-43F7-97EC-4D1DD4165683}" sibTransId="{0ABEA24F-D55F-421E-BEC0-F8542831A381}"/>
    <dgm:cxn modelId="{B1199255-64D9-45C6-8F42-6577B6C69EF2}" type="presOf" srcId="{00B36319-8A2D-4E86-973D-B35EC1D7A8B8}" destId="{B167A4E0-8CD7-441D-8E75-836257C70921}" srcOrd="0" destOrd="0" presId="urn:microsoft.com/office/officeart/2016/7/layout/RepeatingBendingProcessNew"/>
    <dgm:cxn modelId="{0C767596-85E6-48D9-BD97-82142C95956D}" srcId="{D2FF6622-65DB-411C-993F-A86E99DB18CA}" destId="{AF39F8B3-0B6E-4677-B06B-B328DE0F1985}" srcOrd="5" destOrd="0" parTransId="{06BA8298-1ED5-40E5-A338-23CC76FBB15F}" sibTransId="{E3D2CD8A-09E6-4ED5-81C0-ADB5F1BDBB29}"/>
    <dgm:cxn modelId="{8562C696-BCC1-4686-A607-A1CAED1D6EF9}" type="presOf" srcId="{53683AC5-400A-4F7B-BB05-A9BAC4E9B6C0}" destId="{42B2BE13-6B49-44A2-BA83-531304BA21BB}" srcOrd="0" destOrd="0" presId="urn:microsoft.com/office/officeart/2016/7/layout/RepeatingBendingProcessNew"/>
    <dgm:cxn modelId="{7E804B9E-4E31-497A-A3C7-562A79A9C538}" type="presOf" srcId="{21798495-D259-45D5-9339-3D342B11EC0B}" destId="{8A1BEFEF-AF3C-42E8-9A34-26D8AACC7968}" srcOrd="0" destOrd="0" presId="urn:microsoft.com/office/officeart/2016/7/layout/RepeatingBendingProcessNew"/>
    <dgm:cxn modelId="{C9B38C9F-936A-42E0-A098-F3B69B239C54}" type="presOf" srcId="{00B36319-8A2D-4E86-973D-B35EC1D7A8B8}" destId="{22119693-D638-416A-BFF7-61D76451AAFA}" srcOrd="1" destOrd="0" presId="urn:microsoft.com/office/officeart/2016/7/layout/RepeatingBendingProcessNew"/>
    <dgm:cxn modelId="{EE5A32A0-3E16-4A0E-AB02-548ADB9BA393}" srcId="{D2FF6622-65DB-411C-993F-A86E99DB18CA}" destId="{F72E9A99-FCCD-4AA0-A9C1-06B890308F39}" srcOrd="4" destOrd="0" parTransId="{29EAB9D8-0A38-47BF-9962-0D9518875695}" sibTransId="{EB662D6A-4D3E-44D2-90E4-4011BC7635B1}"/>
    <dgm:cxn modelId="{5C3B50A0-DED1-4FD6-8E0C-F9496B5800B4}" type="presOf" srcId="{C4D5BE15-60BB-41EA-8E09-8E4FF22E5CE4}" destId="{5B44DE3D-5495-4404-8501-3F6007DB6263}" srcOrd="0" destOrd="0" presId="urn:microsoft.com/office/officeart/2016/7/layout/RepeatingBendingProcessNew"/>
    <dgm:cxn modelId="{52460AA6-89DA-4B29-9DB0-1C10928D1F96}" type="presOf" srcId="{D2FF6622-65DB-411C-993F-A86E99DB18CA}" destId="{4129E376-18C1-460C-8600-92E14ABB621B}" srcOrd="0" destOrd="0" presId="urn:microsoft.com/office/officeart/2016/7/layout/RepeatingBendingProcessNew"/>
    <dgm:cxn modelId="{CBD965AF-B958-4BBB-8A16-A6838BAB68DB}" type="presOf" srcId="{E3D2CD8A-09E6-4ED5-81C0-ADB5F1BDBB29}" destId="{A32F9693-0F00-44F9-8E5B-4FD4DCA4ACA6}" srcOrd="1" destOrd="0" presId="urn:microsoft.com/office/officeart/2016/7/layout/RepeatingBendingProcessNew"/>
    <dgm:cxn modelId="{04BCB5BE-4662-4571-B2EA-321B593D4D91}" srcId="{D2FF6622-65DB-411C-993F-A86E99DB18CA}" destId="{710BCA88-CD80-4A20-A035-1ECD6239B1CB}" srcOrd="6" destOrd="0" parTransId="{9696267F-6EBE-4839-96DB-201ED5EA5D36}" sibTransId="{B89CFD2B-9051-43C8-B8A8-7DCD252EB706}"/>
    <dgm:cxn modelId="{406C47CB-F276-4976-8B3F-73A0475AF8BE}" type="presOf" srcId="{710BCA88-CD80-4A20-A035-1ECD6239B1CB}" destId="{852B0BD7-3D24-4E6E-A9FD-A40B774CD1D9}" srcOrd="0" destOrd="0" presId="urn:microsoft.com/office/officeart/2016/7/layout/RepeatingBendingProcessNew"/>
    <dgm:cxn modelId="{EC2886CC-0AC7-4044-AF3C-AE24369D39F7}" type="presOf" srcId="{EB662D6A-4D3E-44D2-90E4-4011BC7635B1}" destId="{A03CC7C2-C824-472F-A664-0008970BEE2D}" srcOrd="1" destOrd="0" presId="urn:microsoft.com/office/officeart/2016/7/layout/RepeatingBendingProcessNew"/>
    <dgm:cxn modelId="{21CC76D4-2248-4641-974F-BA5B0418A88B}" type="presOf" srcId="{E3D2CD8A-09E6-4ED5-81C0-ADB5F1BDBB29}" destId="{65133ECD-6A3C-4C99-B5FE-C01353AC498D}" srcOrd="0" destOrd="0" presId="urn:microsoft.com/office/officeart/2016/7/layout/RepeatingBendingProcessNew"/>
    <dgm:cxn modelId="{D558D8D9-7E9D-4CB3-A779-CA4B8C41E386}" type="presOf" srcId="{0ABEA24F-D55F-421E-BEC0-F8542831A381}" destId="{E5792806-02D4-4228-9BD5-FBD8E2E617DC}" srcOrd="1" destOrd="0" presId="urn:microsoft.com/office/officeart/2016/7/layout/RepeatingBendingProcessNew"/>
    <dgm:cxn modelId="{AB9D10E2-7194-44BA-B06B-C97038A3A892}" type="presOf" srcId="{DF11E10F-F532-4DEA-8625-CAD36F944D29}" destId="{3EB9CC23-5008-4A15-A2C3-663003B3A648}" srcOrd="1" destOrd="0" presId="urn:microsoft.com/office/officeart/2016/7/layout/RepeatingBendingProcessNew"/>
    <dgm:cxn modelId="{394C26EA-3EEA-4413-A91B-23007F3DCD12}" type="presOf" srcId="{DF11E10F-F532-4DEA-8625-CAD36F944D29}" destId="{6ACBCDEA-C33D-4B4D-9A37-661651539724}" srcOrd="0" destOrd="0" presId="urn:microsoft.com/office/officeart/2016/7/layout/RepeatingBendingProcessNew"/>
    <dgm:cxn modelId="{DD5F56F3-2FE4-42FD-9718-48856D73BB80}" type="presOf" srcId="{F72E9A99-FCCD-4AA0-A9C1-06B890308F39}" destId="{A0F69FF4-AE3C-4D36-A57C-06BCCDE60342}" srcOrd="0" destOrd="0" presId="urn:microsoft.com/office/officeart/2016/7/layout/RepeatingBendingProcessNew"/>
    <dgm:cxn modelId="{F4E169F8-8164-420B-BACB-A909417E6F4A}" type="presOf" srcId="{0C2C2F81-C582-4780-BEA2-98F1C34536F4}" destId="{E88B1A44-71D3-410C-9C1B-460E2DAEBAD1}" srcOrd="0" destOrd="0" presId="urn:microsoft.com/office/officeart/2016/7/layout/RepeatingBendingProcessNew"/>
    <dgm:cxn modelId="{E46B29F9-1DAF-43DB-BEDB-E7F827277546}" type="presOf" srcId="{0ABEA24F-D55F-421E-BEC0-F8542831A381}" destId="{7FA5D609-BC14-4F9D-8963-7E9DEA81B7F9}" srcOrd="0" destOrd="0" presId="urn:microsoft.com/office/officeart/2016/7/layout/RepeatingBendingProcessNew"/>
    <dgm:cxn modelId="{73CCA849-C694-4158-970D-95A4C3A60256}" type="presParOf" srcId="{4129E376-18C1-460C-8600-92E14ABB621B}" destId="{5B44DE3D-5495-4404-8501-3F6007DB6263}" srcOrd="0" destOrd="0" presId="urn:microsoft.com/office/officeart/2016/7/layout/RepeatingBendingProcessNew"/>
    <dgm:cxn modelId="{6DECEEDC-6462-4527-B5C1-E6888CA8C561}" type="presParOf" srcId="{4129E376-18C1-460C-8600-92E14ABB621B}" destId="{6ACBCDEA-C33D-4B4D-9A37-661651539724}" srcOrd="1" destOrd="0" presId="urn:microsoft.com/office/officeart/2016/7/layout/RepeatingBendingProcessNew"/>
    <dgm:cxn modelId="{19E241D7-A128-403F-ACEA-FA75598AB2D3}" type="presParOf" srcId="{6ACBCDEA-C33D-4B4D-9A37-661651539724}" destId="{3EB9CC23-5008-4A15-A2C3-663003B3A648}" srcOrd="0" destOrd="0" presId="urn:microsoft.com/office/officeart/2016/7/layout/RepeatingBendingProcessNew"/>
    <dgm:cxn modelId="{678F0D50-751C-4679-9B2C-67CE8692872D}" type="presParOf" srcId="{4129E376-18C1-460C-8600-92E14ABB621B}" destId="{CC7B7651-D3BB-450E-B508-212CC068ADC7}" srcOrd="2" destOrd="0" presId="urn:microsoft.com/office/officeart/2016/7/layout/RepeatingBendingProcessNew"/>
    <dgm:cxn modelId="{23464C7D-9E63-44C9-9BDA-E0C954086EB7}" type="presParOf" srcId="{4129E376-18C1-460C-8600-92E14ABB621B}" destId="{7FA5D609-BC14-4F9D-8963-7E9DEA81B7F9}" srcOrd="3" destOrd="0" presId="urn:microsoft.com/office/officeart/2016/7/layout/RepeatingBendingProcessNew"/>
    <dgm:cxn modelId="{F35801EF-1513-4C8A-A7EA-7966687257AF}" type="presParOf" srcId="{7FA5D609-BC14-4F9D-8963-7E9DEA81B7F9}" destId="{E5792806-02D4-4228-9BD5-FBD8E2E617DC}" srcOrd="0" destOrd="0" presId="urn:microsoft.com/office/officeart/2016/7/layout/RepeatingBendingProcessNew"/>
    <dgm:cxn modelId="{92A9299A-2C9C-4195-BB8A-F6AC0D00E899}" type="presParOf" srcId="{4129E376-18C1-460C-8600-92E14ABB621B}" destId="{8A1BEFEF-AF3C-42E8-9A34-26D8AACC7968}" srcOrd="4" destOrd="0" presId="urn:microsoft.com/office/officeart/2016/7/layout/RepeatingBendingProcessNew"/>
    <dgm:cxn modelId="{012858BA-24B2-43A6-A4B0-80845F7F74FD}" type="presParOf" srcId="{4129E376-18C1-460C-8600-92E14ABB621B}" destId="{E88B1A44-71D3-410C-9C1B-460E2DAEBAD1}" srcOrd="5" destOrd="0" presId="urn:microsoft.com/office/officeart/2016/7/layout/RepeatingBendingProcessNew"/>
    <dgm:cxn modelId="{D15D31EC-6455-4D26-BE62-68DA3299B1FD}" type="presParOf" srcId="{E88B1A44-71D3-410C-9C1B-460E2DAEBAD1}" destId="{ED90A7F4-53CD-4710-8CF3-C6937ACC6ACC}" srcOrd="0" destOrd="0" presId="urn:microsoft.com/office/officeart/2016/7/layout/RepeatingBendingProcessNew"/>
    <dgm:cxn modelId="{311BF379-A58C-4F60-91EB-ECADA4FBE1D0}" type="presParOf" srcId="{4129E376-18C1-460C-8600-92E14ABB621B}" destId="{42B2BE13-6B49-44A2-BA83-531304BA21BB}" srcOrd="6" destOrd="0" presId="urn:microsoft.com/office/officeart/2016/7/layout/RepeatingBendingProcessNew"/>
    <dgm:cxn modelId="{D1D971FA-A58A-40C4-B635-9287FD6A6F51}" type="presParOf" srcId="{4129E376-18C1-460C-8600-92E14ABB621B}" destId="{B167A4E0-8CD7-441D-8E75-836257C70921}" srcOrd="7" destOrd="0" presId="urn:microsoft.com/office/officeart/2016/7/layout/RepeatingBendingProcessNew"/>
    <dgm:cxn modelId="{7B91F19A-E0F6-4253-98DB-CBA1AD4433B8}" type="presParOf" srcId="{B167A4E0-8CD7-441D-8E75-836257C70921}" destId="{22119693-D638-416A-BFF7-61D76451AAFA}" srcOrd="0" destOrd="0" presId="urn:microsoft.com/office/officeart/2016/7/layout/RepeatingBendingProcessNew"/>
    <dgm:cxn modelId="{ACAFF564-BC0B-4617-B476-9A85B39857DF}" type="presParOf" srcId="{4129E376-18C1-460C-8600-92E14ABB621B}" destId="{A0F69FF4-AE3C-4D36-A57C-06BCCDE60342}" srcOrd="8" destOrd="0" presId="urn:microsoft.com/office/officeart/2016/7/layout/RepeatingBendingProcessNew"/>
    <dgm:cxn modelId="{290CC164-CB0A-4C04-A026-182672C0109C}" type="presParOf" srcId="{4129E376-18C1-460C-8600-92E14ABB621B}" destId="{DE019F12-DF00-4A0C-9FD2-A35931D3C5A4}" srcOrd="9" destOrd="0" presId="urn:microsoft.com/office/officeart/2016/7/layout/RepeatingBendingProcessNew"/>
    <dgm:cxn modelId="{B0C1FC61-1FE5-4F02-8994-6F45D1DCB8DA}" type="presParOf" srcId="{DE019F12-DF00-4A0C-9FD2-A35931D3C5A4}" destId="{A03CC7C2-C824-472F-A664-0008970BEE2D}" srcOrd="0" destOrd="0" presId="urn:microsoft.com/office/officeart/2016/7/layout/RepeatingBendingProcessNew"/>
    <dgm:cxn modelId="{2A751D99-B77B-4C49-BAAF-3DD74509CADD}" type="presParOf" srcId="{4129E376-18C1-460C-8600-92E14ABB621B}" destId="{7E1C3B8E-5B9F-4A58-AA5B-16C4744D1867}" srcOrd="10" destOrd="0" presId="urn:microsoft.com/office/officeart/2016/7/layout/RepeatingBendingProcessNew"/>
    <dgm:cxn modelId="{CECB6E6E-E113-4C94-AB28-5B57D468A738}" type="presParOf" srcId="{4129E376-18C1-460C-8600-92E14ABB621B}" destId="{65133ECD-6A3C-4C99-B5FE-C01353AC498D}" srcOrd="11" destOrd="0" presId="urn:microsoft.com/office/officeart/2016/7/layout/RepeatingBendingProcessNew"/>
    <dgm:cxn modelId="{F5F8BF19-52E5-4E55-8F5C-543EF680652B}" type="presParOf" srcId="{65133ECD-6A3C-4C99-B5FE-C01353AC498D}" destId="{A32F9693-0F00-44F9-8E5B-4FD4DCA4ACA6}" srcOrd="0" destOrd="0" presId="urn:microsoft.com/office/officeart/2016/7/layout/RepeatingBendingProcessNew"/>
    <dgm:cxn modelId="{618221AD-E140-416F-8C4A-A3D5C3F58D7D}" type="presParOf" srcId="{4129E376-18C1-460C-8600-92E14ABB621B}" destId="{852B0BD7-3D24-4E6E-A9FD-A40B774CD1D9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9FA5FA-C060-4688-8B27-FCFDFCE873CA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1604AB-C840-4CA0-960B-DFABE776301C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95876A-9573-4342-80D7-E2D1C86720A7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</a:t>
          </a:r>
          <a:r>
            <a:rPr lang="en-US" sz="2200" kern="1200" dirty="0" err="1"/>
            <a:t>Achiziția</a:t>
          </a:r>
          <a:r>
            <a:rPr lang="en-US" sz="2200" kern="1200" dirty="0"/>
            <a:t> </a:t>
          </a:r>
          <a:r>
            <a:rPr lang="en-US" sz="2200" kern="1200" dirty="0" err="1"/>
            <a:t>datelor</a:t>
          </a:r>
          <a:r>
            <a:rPr lang="en-US" sz="2200" kern="1200" dirty="0"/>
            <a:t> de la MPU6050</a:t>
          </a:r>
        </a:p>
      </dsp:txBody>
      <dsp:txXfrm>
        <a:off x="1339618" y="2288"/>
        <a:ext cx="3433549" cy="1159843"/>
      </dsp:txXfrm>
    </dsp:sp>
    <dsp:sp modelId="{CEBAF359-88A7-4B75-90DC-80D0A7B40D6D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D73159-B8F4-4F6B-B5C0-84D9554A2E50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DE542D-0ABF-4E07-86A0-B3C55E23130B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</a:t>
          </a:r>
          <a:r>
            <a:rPr lang="en-US" sz="2200" kern="1200" dirty="0" err="1"/>
            <a:t>Transmiterea</a:t>
          </a:r>
          <a:r>
            <a:rPr lang="en-US" sz="2200" kern="1200" dirty="0"/>
            <a:t> wireless </a:t>
          </a:r>
          <a:r>
            <a:rPr lang="en-US" sz="2200" kern="1200" dirty="0" err="1"/>
            <a:t>prin</a:t>
          </a:r>
          <a:r>
            <a:rPr lang="en-US" sz="2200" kern="1200" dirty="0"/>
            <a:t> Bluetooth</a:t>
          </a:r>
        </a:p>
      </dsp:txBody>
      <dsp:txXfrm>
        <a:off x="1339618" y="1452092"/>
        <a:ext cx="3433549" cy="1159843"/>
      </dsp:txXfrm>
    </dsp:sp>
    <dsp:sp modelId="{44FF03CE-1164-4F68-A79E-3EED33AC2DE8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8BBF19-B80F-49C8-9E47-8E2A2CA8C421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54FB45-E5B7-4A4A-B36C-34F911BAF790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</a:t>
          </a:r>
          <a:r>
            <a:rPr lang="en-US" sz="2200" kern="1200" dirty="0" err="1"/>
            <a:t>Controlul</a:t>
          </a:r>
          <a:r>
            <a:rPr lang="en-US" sz="2200" kern="1200" dirty="0"/>
            <a:t> </a:t>
          </a:r>
          <a:r>
            <a:rPr lang="en-US" sz="2200" kern="1200" dirty="0" err="1"/>
            <a:t>motorului</a:t>
          </a:r>
          <a:r>
            <a:rPr lang="en-US" sz="2200" kern="1200" dirty="0"/>
            <a:t> DC </a:t>
          </a:r>
          <a:r>
            <a:rPr lang="en-US" sz="2200" kern="1200" dirty="0" err="1"/>
            <a:t>prin</a:t>
          </a:r>
          <a:r>
            <a:rPr lang="en-US" sz="2200" kern="1200" dirty="0"/>
            <a:t> STM32</a:t>
          </a:r>
        </a:p>
      </dsp:txBody>
      <dsp:txXfrm>
        <a:off x="1339618" y="2901896"/>
        <a:ext cx="3433549" cy="1159843"/>
      </dsp:txXfrm>
    </dsp:sp>
    <dsp:sp modelId="{94FDF93D-B749-4B2F-87AA-354CE60F2E4D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03FFBF-89AA-4749-A75C-67B2A954F944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AD1E4F-0312-4872-9D5D-C0B5B07C2315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Control </a:t>
          </a:r>
          <a:r>
            <a:rPr lang="en-US" sz="2200" kern="1200" dirty="0" err="1"/>
            <a:t>proporțional</a:t>
          </a:r>
          <a:r>
            <a:rPr lang="en-US" sz="2200" kern="1200" dirty="0"/>
            <a:t> </a:t>
          </a:r>
          <a:r>
            <a:rPr lang="en-US" sz="2200" kern="1200" dirty="0" err="1"/>
            <a:t>utilizând</a:t>
          </a:r>
          <a:r>
            <a:rPr lang="en-US" sz="2200" kern="1200" dirty="0"/>
            <a:t> PWM</a:t>
          </a:r>
        </a:p>
      </dsp:txBody>
      <dsp:txXfrm>
        <a:off x="1339618" y="4351700"/>
        <a:ext cx="3433549" cy="11598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CBCDEA-C33D-4B4D-9A37-661651539724}">
      <dsp:nvSpPr>
        <dsp:cNvPr id="0" name=""/>
        <dsp:cNvSpPr/>
      </dsp:nvSpPr>
      <dsp:spPr>
        <a:xfrm>
          <a:off x="2339313" y="531919"/>
          <a:ext cx="6077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7768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27238" y="575424"/>
        <a:ext cx="31918" cy="4428"/>
      </dsp:txXfrm>
    </dsp:sp>
    <dsp:sp modelId="{5B44DE3D-5495-4404-8501-3F6007DB6263}">
      <dsp:nvSpPr>
        <dsp:cNvPr id="0" name=""/>
        <dsp:cNvSpPr/>
      </dsp:nvSpPr>
      <dsp:spPr>
        <a:xfrm>
          <a:off x="415649" y="0"/>
          <a:ext cx="1925463" cy="1155278"/>
        </a:xfrm>
        <a:prstGeom prst="rect">
          <a:avLst/>
        </a:prstGeom>
        <a:solidFill>
          <a:schemeClr val="accent6">
            <a:lumMod val="40000"/>
            <a:lumOff val="60000"/>
          </a:schemeClr>
        </a:solidFill>
        <a:ln w="19050" cap="flat" cmpd="sng" algn="ctr">
          <a:solidFill>
            <a:schemeClr val="accent6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349" tIns="99036" rIns="94349" bIns="990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/>
            <a:t>MPU6050 măsoară accelerația și înclinarea utilizatorului în timp real.</a:t>
          </a:r>
          <a:endParaRPr lang="en-US" sz="1200" kern="1200" dirty="0"/>
        </a:p>
      </dsp:txBody>
      <dsp:txXfrm>
        <a:off x="415649" y="0"/>
        <a:ext cx="1925463" cy="1155278"/>
      </dsp:txXfrm>
    </dsp:sp>
    <dsp:sp modelId="{7FA5D609-BC14-4F9D-8963-7E9DEA81B7F9}">
      <dsp:nvSpPr>
        <dsp:cNvPr id="0" name=""/>
        <dsp:cNvSpPr/>
      </dsp:nvSpPr>
      <dsp:spPr>
        <a:xfrm>
          <a:off x="4903145" y="531919"/>
          <a:ext cx="3761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6134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1045" y="575424"/>
        <a:ext cx="20336" cy="4428"/>
      </dsp:txXfrm>
    </dsp:sp>
    <dsp:sp modelId="{CC7B7651-D3BB-450E-B508-212CC068ADC7}">
      <dsp:nvSpPr>
        <dsp:cNvPr id="0" name=""/>
        <dsp:cNvSpPr/>
      </dsp:nvSpPr>
      <dsp:spPr>
        <a:xfrm>
          <a:off x="2979482" y="0"/>
          <a:ext cx="1925463" cy="1155278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349" tIns="99036" rIns="94349" bIns="990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/>
            <a:t>ESP32 preia datele de la senzor prin interfața I2C și calculează unghiul de înclinare utilizând funcții trigonometrice.</a:t>
          </a:r>
          <a:endParaRPr lang="en-US" sz="1200" kern="1200" dirty="0"/>
        </a:p>
      </dsp:txBody>
      <dsp:txXfrm>
        <a:off x="2979482" y="0"/>
        <a:ext cx="1925463" cy="1155278"/>
      </dsp:txXfrm>
    </dsp:sp>
    <dsp:sp modelId="{E88B1A44-71D3-410C-9C1B-460E2DAEBAD1}">
      <dsp:nvSpPr>
        <dsp:cNvPr id="0" name=""/>
        <dsp:cNvSpPr/>
      </dsp:nvSpPr>
      <dsp:spPr>
        <a:xfrm>
          <a:off x="1575029" y="1153478"/>
          <a:ext cx="4699383" cy="412754"/>
        </a:xfrm>
        <a:custGeom>
          <a:avLst/>
          <a:gdLst/>
          <a:ahLst/>
          <a:cxnLst/>
          <a:rect l="0" t="0" r="0" b="0"/>
          <a:pathLst>
            <a:path>
              <a:moveTo>
                <a:pt x="4699383" y="0"/>
              </a:moveTo>
              <a:lnTo>
                <a:pt x="4699383" y="223477"/>
              </a:lnTo>
              <a:lnTo>
                <a:pt x="0" y="223477"/>
              </a:lnTo>
              <a:lnTo>
                <a:pt x="0" y="412754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06714" y="1357641"/>
        <a:ext cx="236012" cy="4428"/>
      </dsp:txXfrm>
    </dsp:sp>
    <dsp:sp modelId="{8A1BEFEF-AF3C-42E8-9A34-26D8AACC7968}">
      <dsp:nvSpPr>
        <dsp:cNvPr id="0" name=""/>
        <dsp:cNvSpPr/>
      </dsp:nvSpPr>
      <dsp:spPr>
        <a:xfrm>
          <a:off x="5311680" y="0"/>
          <a:ext cx="1925463" cy="1155278"/>
        </a:xfrm>
        <a:prstGeom prst="rect">
          <a:avLst/>
        </a:prstGeom>
        <a:solidFill>
          <a:schemeClr val="accent6">
            <a:lumMod val="40000"/>
            <a:lumOff val="60000"/>
          </a:schemeClr>
        </a:solidFill>
        <a:ln w="19050" cap="flat" cmpd="sng" algn="ctr">
          <a:solidFill>
            <a:schemeClr val="accent6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349" tIns="99036" rIns="94349" bIns="990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/>
            <a:t>Valorile calculate sunt transmise wireless prin Bluetooth folosind modulul HC-05.</a:t>
          </a:r>
          <a:endParaRPr lang="en-US" sz="1200" kern="1200" dirty="0"/>
        </a:p>
      </dsp:txBody>
      <dsp:txXfrm>
        <a:off x="5311680" y="0"/>
        <a:ext cx="1925463" cy="1155278"/>
      </dsp:txXfrm>
    </dsp:sp>
    <dsp:sp modelId="{B167A4E0-8CD7-441D-8E75-836257C70921}">
      <dsp:nvSpPr>
        <dsp:cNvPr id="0" name=""/>
        <dsp:cNvSpPr/>
      </dsp:nvSpPr>
      <dsp:spPr>
        <a:xfrm>
          <a:off x="2535961" y="2130551"/>
          <a:ext cx="4122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2256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31018" y="2174057"/>
        <a:ext cx="22142" cy="4428"/>
      </dsp:txXfrm>
    </dsp:sp>
    <dsp:sp modelId="{42B2BE13-6B49-44A2-BA83-531304BA21BB}">
      <dsp:nvSpPr>
        <dsp:cNvPr id="0" name=""/>
        <dsp:cNvSpPr/>
      </dsp:nvSpPr>
      <dsp:spPr>
        <a:xfrm>
          <a:off x="612297" y="1598632"/>
          <a:ext cx="1925463" cy="1155278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349" tIns="99036" rIns="94349" bIns="990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/>
            <a:t>STM32 primește datele prin UART4 și procesează comenzile primite.</a:t>
          </a:r>
          <a:endParaRPr lang="en-US" sz="1200" kern="1200" dirty="0"/>
        </a:p>
      </dsp:txBody>
      <dsp:txXfrm>
        <a:off x="612297" y="1598632"/>
        <a:ext cx="1925463" cy="1155278"/>
      </dsp:txXfrm>
    </dsp:sp>
    <dsp:sp modelId="{DE019F12-DF00-4A0C-9FD2-A35931D3C5A4}">
      <dsp:nvSpPr>
        <dsp:cNvPr id="0" name=""/>
        <dsp:cNvSpPr/>
      </dsp:nvSpPr>
      <dsp:spPr>
        <a:xfrm>
          <a:off x="4904281" y="2130551"/>
          <a:ext cx="4122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2256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99338" y="2174057"/>
        <a:ext cx="22142" cy="4428"/>
      </dsp:txXfrm>
    </dsp:sp>
    <dsp:sp modelId="{A0F69FF4-AE3C-4D36-A57C-06BCCDE60342}">
      <dsp:nvSpPr>
        <dsp:cNvPr id="0" name=""/>
        <dsp:cNvSpPr/>
      </dsp:nvSpPr>
      <dsp:spPr>
        <a:xfrm>
          <a:off x="2980618" y="1598632"/>
          <a:ext cx="1925463" cy="1155278"/>
        </a:xfrm>
        <a:prstGeom prst="rect">
          <a:avLst/>
        </a:prstGeom>
        <a:solidFill>
          <a:schemeClr val="accent6">
            <a:lumMod val="40000"/>
            <a:lumOff val="60000"/>
          </a:schemeClr>
        </a:solidFill>
        <a:ln w="19050" cap="flat" cmpd="sng" algn="ctr">
          <a:solidFill>
            <a:schemeClr val="accent6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349" tIns="99036" rIns="94349" bIns="990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/>
            <a:t>Driverul L298N este utilizat pentru controlul direcției și vitezei motorului DC.</a:t>
          </a:r>
          <a:endParaRPr lang="en-US" sz="1200" kern="1200" dirty="0"/>
        </a:p>
      </dsp:txBody>
      <dsp:txXfrm>
        <a:off x="2980618" y="1598632"/>
        <a:ext cx="1925463" cy="1155278"/>
      </dsp:txXfrm>
    </dsp:sp>
    <dsp:sp modelId="{65133ECD-6A3C-4C99-B5FE-C01353AC498D}">
      <dsp:nvSpPr>
        <dsp:cNvPr id="0" name=""/>
        <dsp:cNvSpPr/>
      </dsp:nvSpPr>
      <dsp:spPr>
        <a:xfrm>
          <a:off x="3942213" y="2752111"/>
          <a:ext cx="2369456" cy="412753"/>
        </a:xfrm>
        <a:custGeom>
          <a:avLst/>
          <a:gdLst/>
          <a:ahLst/>
          <a:cxnLst/>
          <a:rect l="0" t="0" r="0" b="0"/>
          <a:pathLst>
            <a:path>
              <a:moveTo>
                <a:pt x="2369456" y="0"/>
              </a:moveTo>
              <a:lnTo>
                <a:pt x="2369456" y="223476"/>
              </a:lnTo>
              <a:lnTo>
                <a:pt x="0" y="223476"/>
              </a:lnTo>
              <a:lnTo>
                <a:pt x="0" y="412753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66677" y="2956273"/>
        <a:ext cx="120528" cy="4428"/>
      </dsp:txXfrm>
    </dsp:sp>
    <dsp:sp modelId="{7E1C3B8E-5B9F-4A58-AA5B-16C4744D1867}">
      <dsp:nvSpPr>
        <dsp:cNvPr id="0" name=""/>
        <dsp:cNvSpPr/>
      </dsp:nvSpPr>
      <dsp:spPr>
        <a:xfrm>
          <a:off x="5348938" y="1598632"/>
          <a:ext cx="1925463" cy="1155278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349" tIns="99036" rIns="94349" bIns="990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/>
            <a:t>Controlul vitezei este realizat prin semnal PWM generat de perifericul TIM3 al microcontrolerului STM32.</a:t>
          </a:r>
          <a:endParaRPr lang="en-US" sz="1200" kern="1200"/>
        </a:p>
      </dsp:txBody>
      <dsp:txXfrm>
        <a:off x="5348938" y="1598632"/>
        <a:ext cx="1925463" cy="1155278"/>
      </dsp:txXfrm>
    </dsp:sp>
    <dsp:sp modelId="{852B0BD7-3D24-4E6E-A9FD-A40B774CD1D9}">
      <dsp:nvSpPr>
        <dsp:cNvPr id="0" name=""/>
        <dsp:cNvSpPr/>
      </dsp:nvSpPr>
      <dsp:spPr>
        <a:xfrm>
          <a:off x="2979482" y="3197264"/>
          <a:ext cx="1925463" cy="1155278"/>
        </a:xfrm>
        <a:prstGeom prst="rect">
          <a:avLst/>
        </a:prstGeom>
        <a:solidFill>
          <a:schemeClr val="accent6">
            <a:lumMod val="40000"/>
            <a:lumOff val="60000"/>
          </a:schemeClr>
        </a:solidFill>
        <a:ln w="19050" cap="flat" cmpd="sng" algn="ctr">
          <a:solidFill>
            <a:schemeClr val="accent6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349" tIns="99036" rIns="94349" bIns="990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/>
            <a:t>Întregul sistem funcționează în timp real și permite controlul motorului pe baza mișcărilor utilizatorului.</a:t>
          </a:r>
          <a:endParaRPr lang="en-US" sz="1200" kern="1200" dirty="0"/>
        </a:p>
      </dsp:txBody>
      <dsp:txXfrm>
        <a:off x="2979482" y="3197264"/>
        <a:ext cx="1925463" cy="11552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08E35-ABF3-1F1A-A146-28DF1CF4C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60C59A-594A-4428-93F0-A3A4E0A20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49634-D1D4-3954-4A69-1709C124B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492FD-AD6E-B9DB-154C-169B99300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82B05-4967-D9C3-EF9C-D06D104E2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74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47B07-62C2-553C-63FF-489104377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C1A5E-E6DD-6E37-25DD-6429CC44B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516FC-5850-64CB-55A5-5385E5838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64485-1EDB-0FAF-6ED8-8AD2D504B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8DD7C-C09A-A756-D82C-2F69B9E33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219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BFC55-4CEE-D353-FAD2-25419405F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DA5C6-3B6E-E6E6-9905-742DE58C8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DF3FD-0CF7-28DD-93B2-74DD13383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31D95-C1C9-1381-4F11-EDDB4F28C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1458A-072F-DDA3-DDDA-205489D01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41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0B089-AADF-A4BC-2177-0434DB9FB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A41C1-1AAA-6289-F6EA-47BAAFF2BB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50077-474B-B90B-F2ED-0CE002312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8C518-6C2F-8FC2-F236-70012956C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464F3-DC8A-2849-3199-5008E44F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95066-F740-2659-CE5A-A7F856B7D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85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47C00-E84B-7C50-96E4-93EEF56F9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73660-5AAB-AE83-7037-D091A55D0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524F8-B2BE-21B0-8DEB-ED39F379B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A03F27-0645-E37C-6B0C-184A88BF67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7A1C37-8B5D-417B-1AFE-981D0B1ECC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8AB117-15D9-0D07-D5F2-B734170AA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0F5D7F-766C-CF7B-F21D-AE4C5FD92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CF6920-58C4-9CBC-3B3A-034A70EE1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62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412B7-FCC1-22DC-4D26-A8D8735DC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10ED37-E6BF-1ABC-1012-635BF67B3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A8DA5-6925-6D55-B1C3-D25E0110E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50E8DD-AF55-6F1D-17FE-4D7308AE7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5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87A12B-94AB-DD27-EE66-CFB1CE39C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E5FA7-1BD9-FD8D-6C0B-ED4EE216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4BAF7-E379-C9FD-8082-1B2C7E949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14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8871A-510C-F40E-13ED-FE1AB9985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D99F7-0E06-238B-EB29-DF0BA5561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82E962-9E33-3A74-846B-149BC42BD2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1572BD-D185-5BC1-ECC7-CC9FF8EA8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069DC-CE4C-DB77-0D6B-4223BFFC9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78284-E316-FBC9-EBA6-B796E8DD0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264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8290-9F69-486A-49A4-0A5D87934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176296-3680-6C72-DA5E-7F698977F5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1BA344-B62B-6366-4E07-EEAEE73F25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56B87-F9B2-FFE9-74A8-4C7266D08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EFD70-FDE3-6946-1FEA-87543B2FE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A45A5-DC54-8338-8801-738020110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567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147F9-36DA-59A3-D013-A4DD1D0B1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9734B4-2600-A2AD-64A2-79EB7A032E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01C8-BC68-FCC9-C97F-500B4684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0DB39-C67B-A008-923A-0612D5BBB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D88C1-C131-7C66-76E9-C3729E31A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1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A17996-37F3-4292-CA87-AB8F2971F5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511432-AC05-784B-13E9-08B25F6F9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8EF50-2DDF-5951-51C3-F1B69799D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87E9D-B422-5A7F-110B-82C199408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4EC9C-4895-C06A-B1FE-D3917E506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556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924CBE-9242-290F-EE05-3A02D550B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AE55F-457F-1606-B156-CE39E2340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6B37B-7883-0F57-3A83-AF358D59F6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01340-6382-1FB4-CD61-9BD7C6592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C9532-1270-ABDB-3067-2E8DDBB177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42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7550" y="3985"/>
            <a:ext cx="7329573" cy="6858000"/>
            <a:chOff x="1303402" y="36937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BF43ED2-D82E-B80B-9C80-4A2EFCF67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5430" y="1512721"/>
            <a:ext cx="4578895" cy="203105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2400" dirty="0"/>
              <a:t>TEMA 25</a:t>
            </a:r>
            <a:br>
              <a:rPr lang="en-US" sz="2400" dirty="0">
                <a:solidFill>
                  <a:schemeClr val="tx2"/>
                </a:solidFill>
              </a:rPr>
            </a:br>
            <a:br>
              <a:rPr lang="en-US" sz="2400" dirty="0"/>
            </a:br>
            <a:r>
              <a:rPr lang="en-US" sz="2400" dirty="0"/>
              <a:t>Motor </a:t>
            </a:r>
            <a:r>
              <a:rPr lang="en-US" sz="2400" dirty="0" err="1"/>
              <a:t>controlat</a:t>
            </a:r>
            <a:r>
              <a:rPr lang="en-US" sz="2400" dirty="0"/>
              <a:t> de la </a:t>
            </a:r>
            <a:r>
              <a:rPr lang="en-US" sz="2400" dirty="0" err="1"/>
              <a:t>distanta</a:t>
            </a:r>
            <a:r>
              <a:rPr lang="en-US" sz="2400" dirty="0"/>
              <a:t> din</a:t>
            </a:r>
            <a:br>
              <a:rPr lang="en-US" sz="2400" dirty="0"/>
            </a:br>
            <a:r>
              <a:rPr lang="en-US" sz="2400" dirty="0" err="1"/>
              <a:t>Incheietura</a:t>
            </a:r>
            <a:r>
              <a:rPr lang="en-US" sz="2400" dirty="0"/>
              <a:t> (STM32 NUCLEO-L476RG)</a:t>
            </a:r>
            <a:br>
              <a:rPr lang="en-US" sz="2400" dirty="0"/>
            </a:br>
            <a:endParaRPr lang="ro-RO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03F954-676C-6AA5-3004-3037722109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75429" y="3819086"/>
            <a:ext cx="4578895" cy="682079"/>
          </a:xfrm>
        </p:spPr>
        <p:txBody>
          <a:bodyPr>
            <a:noAutofit/>
          </a:bodyPr>
          <a:lstStyle/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Nedelcu Alexia Ioana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Zanfira</a:t>
            </a:r>
            <a:r>
              <a:rPr lang="en-US" dirty="0"/>
              <a:t> Dan Constantin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Juganaru Alexandra Elena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25518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ro-RO" sz="3500" dirty="0"/>
              <a:t>Scopul proiectului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E31A12-F80C-9B51-2C0A-FD71BCBEA8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7851935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ro-RO" sz="3500"/>
              <a:t>Componente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pt-BR" sz="1700"/>
              <a:t> ESP32</a:t>
            </a:r>
          </a:p>
          <a:p>
            <a:r>
              <a:rPr lang="pt-BR" sz="1700"/>
              <a:t> STM32 NUCLEO-L476RG</a:t>
            </a:r>
          </a:p>
          <a:p>
            <a:r>
              <a:rPr lang="pt-BR" sz="1700"/>
              <a:t> MPU6050</a:t>
            </a:r>
          </a:p>
          <a:p>
            <a:r>
              <a:rPr lang="pt-BR" sz="1700"/>
              <a:t> HC-05</a:t>
            </a:r>
          </a:p>
          <a:p>
            <a:r>
              <a:rPr lang="pt-BR" sz="1700"/>
              <a:t> L298N</a:t>
            </a:r>
          </a:p>
          <a:p>
            <a:r>
              <a:rPr lang="pt-BR" sz="1700"/>
              <a:t> Motor DC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85B692-9529-0FE3-20DC-8E8396ED18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1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/>
              <a:t>Arhitectura</a:t>
            </a:r>
            <a:r>
              <a:rPr dirty="0"/>
              <a:t> </a:t>
            </a:r>
            <a:r>
              <a:rPr dirty="0" err="1"/>
              <a:t>sistemului</a:t>
            </a:r>
            <a:endParaRPr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E866D4-17C0-ECAB-1C22-A0B899ECD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911904"/>
            <a:ext cx="7886700" cy="1530251"/>
          </a:xfrm>
        </p:spPr>
        <p:txBody>
          <a:bodyPr/>
          <a:lstStyle/>
          <a:p>
            <a:pPr>
              <a:buNone/>
            </a:pPr>
            <a:r>
              <a:rPr lang="ro-RO" sz="2000" dirty="0"/>
              <a:t>Sistemul este împărțit în două unități principale: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o-RO" sz="2000" dirty="0"/>
              <a:t>unitatea wearable bazată pe ESP32 și MPU6050;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o-RO" sz="2000" dirty="0"/>
              <a:t>unitatea de execuție bazată pe STM32 și driverul L298N.</a:t>
            </a:r>
          </a:p>
          <a:p>
            <a:endParaRPr lang="ro-R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247CFD-6D00-6717-3C25-23FAC21B050F}"/>
              </a:ext>
            </a:extLst>
          </p:cNvPr>
          <p:cNvSpPr/>
          <p:nvPr/>
        </p:nvSpPr>
        <p:spPr>
          <a:xfrm>
            <a:off x="540775" y="2290916"/>
            <a:ext cx="1200304" cy="5014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MPU6050</a:t>
            </a:r>
            <a:endParaRPr lang="ro-RO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3C175D-2586-F9BB-377A-2F492CD63071}"/>
              </a:ext>
            </a:extLst>
          </p:cNvPr>
          <p:cNvSpPr/>
          <p:nvPr/>
        </p:nvSpPr>
        <p:spPr>
          <a:xfrm>
            <a:off x="2143319" y="2290915"/>
            <a:ext cx="865239" cy="5014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ESP32</a:t>
            </a:r>
            <a:endParaRPr lang="ro-RO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932903-2778-E1FA-EBA5-AEDB8F0919C8}"/>
              </a:ext>
            </a:extLst>
          </p:cNvPr>
          <p:cNvSpPr/>
          <p:nvPr/>
        </p:nvSpPr>
        <p:spPr>
          <a:xfrm>
            <a:off x="3419456" y="2290916"/>
            <a:ext cx="865239" cy="5014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HC-05</a:t>
            </a:r>
            <a:endParaRPr lang="ro-RO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BE0FA4-3720-F49F-2D3E-EF6D755A7098}"/>
              </a:ext>
            </a:extLst>
          </p:cNvPr>
          <p:cNvSpPr/>
          <p:nvPr/>
        </p:nvSpPr>
        <p:spPr>
          <a:xfrm>
            <a:off x="4747464" y="2290914"/>
            <a:ext cx="865239" cy="5014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STM32</a:t>
            </a:r>
            <a:endParaRPr lang="ro-RO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B61554-8C1C-4484-C9B2-82519267948C}"/>
              </a:ext>
            </a:extLst>
          </p:cNvPr>
          <p:cNvSpPr/>
          <p:nvPr/>
        </p:nvSpPr>
        <p:spPr>
          <a:xfrm>
            <a:off x="6082095" y="2290916"/>
            <a:ext cx="865239" cy="5014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L298N</a:t>
            </a:r>
            <a:endParaRPr lang="ro-RO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927ADF-02AC-F465-8B5D-F0940D9A58B1}"/>
              </a:ext>
            </a:extLst>
          </p:cNvPr>
          <p:cNvSpPr/>
          <p:nvPr/>
        </p:nvSpPr>
        <p:spPr>
          <a:xfrm>
            <a:off x="7410103" y="2290916"/>
            <a:ext cx="1315026" cy="5014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 DC</a:t>
            </a:r>
            <a:endParaRPr lang="ro-RO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32EAF1E-913E-CF9C-F188-668ADA3258F5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1741079" y="2541638"/>
            <a:ext cx="402240" cy="1"/>
          </a:xfrm>
          <a:prstGeom prst="straightConnector1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CC3527-796F-3EE6-CEFF-AB7D9AF7CF8C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3008558" y="2541638"/>
            <a:ext cx="410898" cy="1"/>
          </a:xfrm>
          <a:prstGeom prst="straightConnector1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6E86A9A-EAA2-29F9-3073-35163AD391D1}"/>
              </a:ext>
            </a:extLst>
          </p:cNvPr>
          <p:cNvCxnSpPr>
            <a:stCxn id="8" idx="3"/>
            <a:endCxn id="9" idx="1"/>
          </p:cNvCxnSpPr>
          <p:nvPr/>
        </p:nvCxnSpPr>
        <p:spPr>
          <a:xfrm flipV="1">
            <a:off x="4284695" y="2541637"/>
            <a:ext cx="462769" cy="2"/>
          </a:xfrm>
          <a:prstGeom prst="straightConnector1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FBAD77E-87D2-496C-70B1-15BA8A32566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12703" y="2541637"/>
            <a:ext cx="469392" cy="2"/>
          </a:xfrm>
          <a:prstGeom prst="straightConnector1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29CCBB3-176E-2D73-909B-3E9877F6BBC9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6947334" y="2541639"/>
            <a:ext cx="462769" cy="0"/>
          </a:xfrm>
          <a:prstGeom prst="straightConnector1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pPr algn="ctr"/>
            <a:r>
              <a:rPr lang="ro-RO" sz="4500" dirty="0"/>
              <a:t>Funcționarea sistemului</a:t>
            </a:r>
          </a:p>
        </p:txBody>
      </p:sp>
      <p:graphicFrame>
        <p:nvGraphicFramePr>
          <p:cNvPr id="58" name="Content Placeholder 2">
            <a:extLst>
              <a:ext uri="{FF2B5EF4-FFF2-40B4-BE49-F238E27FC236}">
                <a16:creationId xmlns:a16="http://schemas.microsoft.com/office/drawing/2014/main" id="{21D10068-AE78-1E76-CF85-8F78AB7E0C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1400828"/>
              </p:ext>
            </p:extLst>
          </p:nvPr>
        </p:nvGraphicFramePr>
        <p:xfrm>
          <a:off x="628650" y="1769806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33ABEB6-5635-82DA-AE4D-9A27F314C78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755"/>
          <a:stretch>
            <a:fillRect/>
          </a:stretch>
        </p:blipFill>
        <p:spPr>
          <a:xfrm rot="10800000">
            <a:off x="-1" y="4581831"/>
            <a:ext cx="2073827" cy="22761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6B92FAF7-0AD3-4B47-9111-D0E9CD79E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6A77139-BADB-4B2C-BD41-B67A4D37D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91644" y="2227167"/>
            <a:ext cx="3252126" cy="4630834"/>
            <a:chOff x="7855526" y="2145638"/>
            <a:chExt cx="4336168" cy="4630834"/>
          </a:xfrm>
          <a:gradFill>
            <a:gsLst>
              <a:gs pos="2000">
                <a:schemeClr val="bg1">
                  <a:alpha val="10000"/>
                </a:schemeClr>
              </a:gs>
              <a:gs pos="16000">
                <a:schemeClr val="accent6">
                  <a:alpha val="10000"/>
                </a:schemeClr>
              </a:gs>
              <a:gs pos="100000">
                <a:schemeClr val="bg1">
                  <a:alpha val="10000"/>
                </a:schemeClr>
              </a:gs>
              <a:gs pos="85000">
                <a:schemeClr val="accent1">
                  <a:alpha val="10000"/>
                </a:schemeClr>
              </a:gs>
            </a:gsLst>
            <a:lin ang="12000000" scaled="0"/>
          </a:gradFill>
        </p:grpSpPr>
        <p:sp useBgFill="1">
          <p:nvSpPr>
            <p:cNvPr id="43" name="Freeform: Shape 42">
              <a:extLst>
                <a:ext uri="{FF2B5EF4-FFF2-40B4-BE49-F238E27FC236}">
                  <a16:creationId xmlns:a16="http://schemas.microsoft.com/office/drawing/2014/main" id="{DAC7B25D-E1A6-459A-B45A-1912B0CD9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208150 h 4312749"/>
                <a:gd name="connsiteX4" fmla="*/ 4145996 w 4315791"/>
                <a:gd name="connsiteY4" fmla="*/ 1085198 h 4312749"/>
                <a:gd name="connsiteX5" fmla="*/ 3631470 w 4315791"/>
                <a:gd name="connsiteY5" fmla="*/ 767158 h 4312749"/>
                <a:gd name="connsiteX6" fmla="*/ 2987009 w 4315791"/>
                <a:gd name="connsiteY6" fmla="*/ 611504 h 4312749"/>
                <a:gd name="connsiteX7" fmla="*/ 1985110 w 4315791"/>
                <a:gd name="connsiteY7" fmla="*/ 855943 h 4312749"/>
                <a:gd name="connsiteX8" fmla="*/ 1223061 w 4315791"/>
                <a:gd name="connsiteY8" fmla="*/ 1585590 h 4312749"/>
                <a:gd name="connsiteX9" fmla="*/ 1023311 w 4315791"/>
                <a:gd name="connsiteY9" fmla="*/ 1849089 h 4312749"/>
                <a:gd name="connsiteX10" fmla="*/ 652067 w 4315791"/>
                <a:gd name="connsiteY10" fmla="*/ 2610233 h 4312749"/>
                <a:gd name="connsiteX11" fmla="*/ 876921 w 4315791"/>
                <a:gd name="connsiteY11" fmla="*/ 3447930 h 4312749"/>
                <a:gd name="connsiteX12" fmla="*/ 1504428 w 4315791"/>
                <a:gd name="connsiteY12" fmla="*/ 4177169 h 4312749"/>
                <a:gd name="connsiteX13" fmla="*/ 1689053 w 4315791"/>
                <a:gd name="connsiteY13" fmla="*/ 4312749 h 4312749"/>
                <a:gd name="connsiteX14" fmla="*/ 729636 w 4315791"/>
                <a:gd name="connsiteY14" fmla="*/ 4312749 h 4312749"/>
                <a:gd name="connsiteX15" fmla="*/ 638463 w 4315791"/>
                <a:gd name="connsiteY15" fmla="*/ 4216521 h 4312749"/>
                <a:gd name="connsiteX16" fmla="*/ 0 w 4315791"/>
                <a:gd name="connsiteY16" fmla="*/ 2610335 h 4312749"/>
                <a:gd name="connsiteX17" fmla="*/ 683474 w 4315791"/>
                <a:gd name="connsiteY17" fmla="*/ 1242376 h 4312749"/>
                <a:gd name="connsiteX18" fmla="*/ 2987009 w 4315791"/>
                <a:gd name="connsiteY18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208150"/>
                  </a:lnTo>
                  <a:lnTo>
                    <a:pt x="4145996" y="1085198"/>
                  </a:lnTo>
                  <a:cubicBezTo>
                    <a:pt x="3968282" y="958859"/>
                    <a:pt x="3800518" y="848961"/>
                    <a:pt x="3631470" y="767158"/>
                  </a:cubicBezTo>
                  <a:cubicBezTo>
                    <a:pt x="3411941" y="660943"/>
                    <a:pt x="3207191" y="611504"/>
                    <a:pt x="2987009" y="611504"/>
                  </a:cubicBezTo>
                  <a:cubicBezTo>
                    <a:pt x="2599030" y="611504"/>
                    <a:pt x="2271258" y="691421"/>
                    <a:pt x="1985110" y="855943"/>
                  </a:cubicBezTo>
                  <a:cubicBezTo>
                    <a:pt x="1715153" y="1011087"/>
                    <a:pt x="1465955" y="1249819"/>
                    <a:pt x="1223061" y="1585590"/>
                  </a:cubicBezTo>
                  <a:cubicBezTo>
                    <a:pt x="1154375" y="1680490"/>
                    <a:pt x="1087756" y="1766217"/>
                    <a:pt x="1023311" y="1849089"/>
                  </a:cubicBezTo>
                  <a:cubicBezTo>
                    <a:pt x="765853" y="2180172"/>
                    <a:pt x="652067" y="2338069"/>
                    <a:pt x="652067" y="2610233"/>
                  </a:cubicBezTo>
                  <a:cubicBezTo>
                    <a:pt x="652067" y="2895038"/>
                    <a:pt x="727707" y="3176887"/>
                    <a:pt x="876921" y="3447930"/>
                  </a:cubicBezTo>
                  <a:cubicBezTo>
                    <a:pt x="1022224" y="3711838"/>
                    <a:pt x="1239145" y="3964023"/>
                    <a:pt x="1504428" y="4177169"/>
                  </a:cubicBezTo>
                  <a:lnTo>
                    <a:pt x="1689053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4" name="Freeform: Shape 43">
              <a:extLst>
                <a:ext uri="{FF2B5EF4-FFF2-40B4-BE49-F238E27FC236}">
                  <a16:creationId xmlns:a16="http://schemas.microsoft.com/office/drawing/2014/main" id="{920A7C7E-00F6-490C-A8E7-5167EA6A4B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079495 h 4312749"/>
                <a:gd name="connsiteX4" fmla="*/ 4206793 w 4315791"/>
                <a:gd name="connsiteY4" fmla="*/ 1000737 h 4312749"/>
                <a:gd name="connsiteX5" fmla="*/ 2987119 w 4315791"/>
                <a:gd name="connsiteY5" fmla="*/ 509571 h 4312749"/>
                <a:gd name="connsiteX6" fmla="*/ 1133184 w 4315791"/>
                <a:gd name="connsiteY6" fmla="*/ 1528405 h 4312749"/>
                <a:gd name="connsiteX7" fmla="*/ 935607 w 4315791"/>
                <a:gd name="connsiteY7" fmla="*/ 1789050 h 4312749"/>
                <a:gd name="connsiteX8" fmla="*/ 543498 w 4315791"/>
                <a:gd name="connsiteY8" fmla="*/ 2610233 h 4312749"/>
                <a:gd name="connsiteX9" fmla="*/ 780416 w 4315791"/>
                <a:gd name="connsiteY9" fmla="*/ 3494616 h 4312749"/>
                <a:gd name="connsiteX10" fmla="*/ 1433786 w 4315791"/>
                <a:gd name="connsiteY10" fmla="*/ 4254537 h 4312749"/>
                <a:gd name="connsiteX11" fmla="*/ 1513041 w 4315791"/>
                <a:gd name="connsiteY11" fmla="*/ 4312749 h 4312749"/>
                <a:gd name="connsiteX12" fmla="*/ 729636 w 4315791"/>
                <a:gd name="connsiteY12" fmla="*/ 4312749 h 4312749"/>
                <a:gd name="connsiteX13" fmla="*/ 638463 w 4315791"/>
                <a:gd name="connsiteY13" fmla="*/ 4216521 h 4312749"/>
                <a:gd name="connsiteX14" fmla="*/ 0 w 4315791"/>
                <a:gd name="connsiteY14" fmla="*/ 2610335 h 4312749"/>
                <a:gd name="connsiteX15" fmla="*/ 683474 w 4315791"/>
                <a:gd name="connsiteY15" fmla="*/ 1242376 h 4312749"/>
                <a:gd name="connsiteX16" fmla="*/ 2987009 w 4315791"/>
                <a:gd name="connsiteY16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079495"/>
                  </a:lnTo>
                  <a:lnTo>
                    <a:pt x="4206793" y="1000737"/>
                  </a:lnTo>
                  <a:cubicBezTo>
                    <a:pt x="3781561" y="699607"/>
                    <a:pt x="3436718" y="509571"/>
                    <a:pt x="2987119" y="509571"/>
                  </a:cubicBezTo>
                  <a:cubicBezTo>
                    <a:pt x="2204204" y="509571"/>
                    <a:pt x="1649730" y="814251"/>
                    <a:pt x="1133184" y="1528405"/>
                  </a:cubicBezTo>
                  <a:cubicBezTo>
                    <a:pt x="1065585" y="1621878"/>
                    <a:pt x="999510" y="1706892"/>
                    <a:pt x="935607" y="1789050"/>
                  </a:cubicBezTo>
                  <a:cubicBezTo>
                    <a:pt x="670760" y="2129716"/>
                    <a:pt x="543498" y="2306877"/>
                    <a:pt x="543498" y="2610233"/>
                  </a:cubicBezTo>
                  <a:cubicBezTo>
                    <a:pt x="543498" y="2911449"/>
                    <a:pt x="623267" y="3208997"/>
                    <a:pt x="780416" y="3494616"/>
                  </a:cubicBezTo>
                  <a:cubicBezTo>
                    <a:pt x="934194" y="3774018"/>
                    <a:pt x="1154050" y="4029772"/>
                    <a:pt x="1433786" y="4254537"/>
                  </a:cubicBezTo>
                  <a:lnTo>
                    <a:pt x="1513041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5" name="Freeform: Shape 44">
              <a:extLst>
                <a:ext uri="{FF2B5EF4-FFF2-40B4-BE49-F238E27FC236}">
                  <a16:creationId xmlns:a16="http://schemas.microsoft.com/office/drawing/2014/main" id="{2E166FC5-8F23-41C3-879A-BFF8D5B705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7037" y="2411531"/>
              <a:ext cx="4314657" cy="4364939"/>
            </a:xfrm>
            <a:custGeom>
              <a:avLst/>
              <a:gdLst>
                <a:gd name="connsiteX0" fmla="*/ 3028307 w 4314657"/>
                <a:gd name="connsiteY0" fmla="*/ 21 h 4364939"/>
                <a:gd name="connsiteX1" fmla="*/ 3066670 w 4314657"/>
                <a:gd name="connsiteY1" fmla="*/ 836 h 4364939"/>
                <a:gd name="connsiteX2" fmla="*/ 3220125 w 4314657"/>
                <a:gd name="connsiteY2" fmla="*/ 9909 h 4364939"/>
                <a:gd name="connsiteX3" fmla="*/ 3816113 w 4314657"/>
                <a:gd name="connsiteY3" fmla="*/ 150272 h 4364939"/>
                <a:gd name="connsiteX4" fmla="*/ 4089981 w 4314657"/>
                <a:gd name="connsiteY4" fmla="*/ 272287 h 4364939"/>
                <a:gd name="connsiteX5" fmla="*/ 4314657 w 4314657"/>
                <a:gd name="connsiteY5" fmla="*/ 398926 h 4364939"/>
                <a:gd name="connsiteX6" fmla="*/ 4314657 w 4314657"/>
                <a:gd name="connsiteY6" fmla="*/ 911199 h 4364939"/>
                <a:gd name="connsiteX7" fmla="*/ 4310597 w 4314657"/>
                <a:gd name="connsiteY7" fmla="*/ 908154 h 4364939"/>
                <a:gd name="connsiteX8" fmla="*/ 4203223 w 4314657"/>
                <a:gd name="connsiteY8" fmla="*/ 829562 h 4364939"/>
                <a:gd name="connsiteX9" fmla="*/ 4095850 w 4314657"/>
                <a:gd name="connsiteY9" fmla="*/ 753520 h 4364939"/>
                <a:gd name="connsiteX10" fmla="*/ 3652987 w 4314657"/>
                <a:gd name="connsiteY10" fmla="*/ 494811 h 4364939"/>
                <a:gd name="connsiteX11" fmla="*/ 3173610 w 4314657"/>
                <a:gd name="connsiteY11" fmla="*/ 347209 h 4364939"/>
                <a:gd name="connsiteX12" fmla="*/ 3047760 w 4314657"/>
                <a:gd name="connsiteY12" fmla="*/ 332632 h 4364939"/>
                <a:gd name="connsiteX13" fmla="*/ 3016027 w 4314657"/>
                <a:gd name="connsiteY13" fmla="*/ 330186 h 4364939"/>
                <a:gd name="connsiteX14" fmla="*/ 2984184 w 4314657"/>
                <a:gd name="connsiteY14" fmla="*/ 328658 h 4364939"/>
                <a:gd name="connsiteX15" fmla="*/ 2952233 w 4314657"/>
                <a:gd name="connsiteY15" fmla="*/ 327332 h 4364939"/>
                <a:gd name="connsiteX16" fmla="*/ 2919085 w 4314657"/>
                <a:gd name="connsiteY16" fmla="*/ 327026 h 4364939"/>
                <a:gd name="connsiteX17" fmla="*/ 2852901 w 4314657"/>
                <a:gd name="connsiteY17" fmla="*/ 326720 h 4364939"/>
                <a:gd name="connsiteX18" fmla="*/ 2786826 w 4314657"/>
                <a:gd name="connsiteY18" fmla="*/ 328148 h 4364939"/>
                <a:gd name="connsiteX19" fmla="*/ 2720965 w 4314657"/>
                <a:gd name="connsiteY19" fmla="*/ 331409 h 4364939"/>
                <a:gd name="connsiteX20" fmla="*/ 2655325 w 4314657"/>
                <a:gd name="connsiteY20" fmla="*/ 336098 h 4364939"/>
                <a:gd name="connsiteX21" fmla="*/ 2524803 w 4314657"/>
                <a:gd name="connsiteY21" fmla="*/ 350573 h 4364939"/>
                <a:gd name="connsiteX22" fmla="*/ 2460139 w 4314657"/>
                <a:gd name="connsiteY22" fmla="*/ 360664 h 4364939"/>
                <a:gd name="connsiteX23" fmla="*/ 2396019 w 4314657"/>
                <a:gd name="connsiteY23" fmla="*/ 372693 h 4364939"/>
                <a:gd name="connsiteX24" fmla="*/ 2145843 w 4314657"/>
                <a:gd name="connsiteY24" fmla="*/ 440989 h 4364939"/>
                <a:gd name="connsiteX25" fmla="*/ 1698635 w 4314657"/>
                <a:gd name="connsiteY25" fmla="*/ 682676 h 4364939"/>
                <a:gd name="connsiteX26" fmla="*/ 1498450 w 4314657"/>
                <a:gd name="connsiteY26" fmla="*/ 835474 h 4364939"/>
                <a:gd name="connsiteX27" fmla="*/ 1307285 w 4314657"/>
                <a:gd name="connsiteY27" fmla="*/ 1001220 h 4364939"/>
                <a:gd name="connsiteX28" fmla="*/ 947780 w 4314657"/>
                <a:gd name="connsiteY28" fmla="*/ 1369612 h 4364939"/>
                <a:gd name="connsiteX29" fmla="*/ 905939 w 4314657"/>
                <a:gd name="connsiteY29" fmla="*/ 1419458 h 4364939"/>
                <a:gd name="connsiteX30" fmla="*/ 863228 w 4314657"/>
                <a:gd name="connsiteY30" fmla="*/ 1471545 h 4364939"/>
                <a:gd name="connsiteX31" fmla="*/ 774330 w 4314657"/>
                <a:gd name="connsiteY31" fmla="*/ 1577659 h 4364939"/>
                <a:gd name="connsiteX32" fmla="*/ 595554 w 4314657"/>
                <a:gd name="connsiteY32" fmla="*/ 1780916 h 4364939"/>
                <a:gd name="connsiteX33" fmla="*/ 430365 w 4314657"/>
                <a:gd name="connsiteY33" fmla="*/ 1982644 h 4364939"/>
                <a:gd name="connsiteX34" fmla="*/ 358855 w 4314657"/>
                <a:gd name="connsiteY34" fmla="*/ 2087025 h 4364939"/>
                <a:gd name="connsiteX35" fmla="*/ 296583 w 4314657"/>
                <a:gd name="connsiteY35" fmla="*/ 2194872 h 4364939"/>
                <a:gd name="connsiteX36" fmla="*/ 207358 w 4314657"/>
                <a:gd name="connsiteY36" fmla="*/ 2423918 h 4364939"/>
                <a:gd name="connsiteX37" fmla="*/ 177146 w 4314657"/>
                <a:gd name="connsiteY37" fmla="*/ 2668765 h 4364939"/>
                <a:gd name="connsiteX38" fmla="*/ 248763 w 4314657"/>
                <a:gd name="connsiteY38" fmla="*/ 3168854 h 4364939"/>
                <a:gd name="connsiteX39" fmla="*/ 445688 w 4314657"/>
                <a:gd name="connsiteY39" fmla="*/ 3637956 h 4364939"/>
                <a:gd name="connsiteX40" fmla="*/ 735859 w 4314657"/>
                <a:gd name="connsiteY40" fmla="*/ 4062310 h 4364939"/>
                <a:gd name="connsiteX41" fmla="*/ 910884 w 4314657"/>
                <a:gd name="connsiteY41" fmla="*/ 4254366 h 4364939"/>
                <a:gd name="connsiteX42" fmla="*/ 1030507 w 4314657"/>
                <a:gd name="connsiteY42" fmla="*/ 4364939 h 4364939"/>
                <a:gd name="connsiteX43" fmla="*/ 676755 w 4314657"/>
                <a:gd name="connsiteY43" fmla="*/ 4364939 h 4364939"/>
                <a:gd name="connsiteX44" fmla="*/ 538105 w 4314657"/>
                <a:gd name="connsiteY44" fmla="*/ 4202315 h 4364939"/>
                <a:gd name="connsiteX45" fmla="*/ 241592 w 4314657"/>
                <a:gd name="connsiteY45" fmla="*/ 3731226 h 4364939"/>
                <a:gd name="connsiteX46" fmla="*/ 60317 w 4314657"/>
                <a:gd name="connsiteY46" fmla="*/ 3211362 h 4364939"/>
                <a:gd name="connsiteX47" fmla="*/ 0 w 4314657"/>
                <a:gd name="connsiteY47" fmla="*/ 2668765 h 4364939"/>
                <a:gd name="connsiteX48" fmla="*/ 21736 w 4314657"/>
                <a:gd name="connsiteY48" fmla="*/ 2390280 h 4364939"/>
                <a:gd name="connsiteX49" fmla="*/ 27605 w 4314657"/>
                <a:gd name="connsiteY49" fmla="*/ 2355521 h 4364939"/>
                <a:gd name="connsiteX50" fmla="*/ 34669 w 4314657"/>
                <a:gd name="connsiteY50" fmla="*/ 2320862 h 4364939"/>
                <a:gd name="connsiteX51" fmla="*/ 50753 w 4314657"/>
                <a:gd name="connsiteY51" fmla="*/ 2251750 h 4364939"/>
                <a:gd name="connsiteX52" fmla="*/ 93899 w 4314657"/>
                <a:gd name="connsiteY52" fmla="*/ 2116179 h 4364939"/>
                <a:gd name="connsiteX53" fmla="*/ 150194 w 4314657"/>
                <a:gd name="connsiteY53" fmla="*/ 1985498 h 4364939"/>
                <a:gd name="connsiteX54" fmla="*/ 216486 w 4314657"/>
                <a:gd name="connsiteY54" fmla="*/ 1860628 h 4364939"/>
                <a:gd name="connsiteX55" fmla="*/ 363527 w 4314657"/>
                <a:gd name="connsiteY55" fmla="*/ 1625058 h 4364939"/>
                <a:gd name="connsiteX56" fmla="*/ 514155 w 4314657"/>
                <a:gd name="connsiteY56" fmla="*/ 1402231 h 4364939"/>
                <a:gd name="connsiteX57" fmla="*/ 586861 w 4314657"/>
                <a:gd name="connsiteY57" fmla="*/ 1293160 h 4364939"/>
                <a:gd name="connsiteX58" fmla="*/ 623702 w 4314657"/>
                <a:gd name="connsiteY58" fmla="*/ 1236892 h 4364939"/>
                <a:gd name="connsiteX59" fmla="*/ 662283 w 4314657"/>
                <a:gd name="connsiteY59" fmla="*/ 1178892 h 4364939"/>
                <a:gd name="connsiteX60" fmla="*/ 827364 w 4314657"/>
                <a:gd name="connsiteY60" fmla="*/ 951170 h 4364939"/>
                <a:gd name="connsiteX61" fmla="*/ 1016355 w 4314657"/>
                <a:gd name="connsiteY61" fmla="*/ 736089 h 4364939"/>
                <a:gd name="connsiteX62" fmla="*/ 1482474 w 4314657"/>
                <a:gd name="connsiteY62" fmla="*/ 378707 h 4364939"/>
                <a:gd name="connsiteX63" fmla="*/ 2035644 w 4314657"/>
                <a:gd name="connsiteY63" fmla="*/ 149151 h 4364939"/>
                <a:gd name="connsiteX64" fmla="*/ 2324619 w 4314657"/>
                <a:gd name="connsiteY64" fmla="*/ 72802 h 4364939"/>
                <a:gd name="connsiteX65" fmla="*/ 2618809 w 4314657"/>
                <a:gd name="connsiteY65" fmla="*/ 24078 h 4364939"/>
                <a:gd name="connsiteX66" fmla="*/ 2914849 w 4314657"/>
                <a:gd name="connsiteY66" fmla="*/ 1957 h 4364939"/>
                <a:gd name="connsiteX67" fmla="*/ 2951907 w 4314657"/>
                <a:gd name="connsiteY67" fmla="*/ 633 h 4364939"/>
                <a:gd name="connsiteX68" fmla="*/ 2990052 w 4314657"/>
                <a:gd name="connsiteY68" fmla="*/ 224 h 4364939"/>
                <a:gd name="connsiteX69" fmla="*/ 3028307 w 4314657"/>
                <a:gd name="connsiteY69" fmla="*/ 21 h 4364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314657" h="4364939">
                  <a:moveTo>
                    <a:pt x="3028307" y="21"/>
                  </a:moveTo>
                  <a:lnTo>
                    <a:pt x="3066670" y="836"/>
                  </a:lnTo>
                  <a:cubicBezTo>
                    <a:pt x="3117749" y="1856"/>
                    <a:pt x="3168937" y="5320"/>
                    <a:pt x="3220125" y="9909"/>
                  </a:cubicBezTo>
                  <a:cubicBezTo>
                    <a:pt x="3424763" y="29073"/>
                    <a:pt x="3627448" y="77898"/>
                    <a:pt x="3816113" y="150272"/>
                  </a:cubicBezTo>
                  <a:cubicBezTo>
                    <a:pt x="3910880" y="185950"/>
                    <a:pt x="4001951" y="227538"/>
                    <a:pt x="4089981" y="272287"/>
                  </a:cubicBezTo>
                  <a:lnTo>
                    <a:pt x="4314657" y="398926"/>
                  </a:lnTo>
                  <a:lnTo>
                    <a:pt x="4314657" y="911199"/>
                  </a:lnTo>
                  <a:lnTo>
                    <a:pt x="4310597" y="908154"/>
                  </a:lnTo>
                  <a:cubicBezTo>
                    <a:pt x="4274842" y="881549"/>
                    <a:pt x="4239087" y="855352"/>
                    <a:pt x="4203223" y="829562"/>
                  </a:cubicBezTo>
                  <a:cubicBezTo>
                    <a:pt x="4167576" y="803773"/>
                    <a:pt x="4131821" y="778086"/>
                    <a:pt x="4095850" y="753520"/>
                  </a:cubicBezTo>
                  <a:cubicBezTo>
                    <a:pt x="3951852" y="654949"/>
                    <a:pt x="3806115" y="565043"/>
                    <a:pt x="3652987" y="494811"/>
                  </a:cubicBezTo>
                  <a:cubicBezTo>
                    <a:pt x="3500404" y="423761"/>
                    <a:pt x="3340213" y="373101"/>
                    <a:pt x="3173610" y="347209"/>
                  </a:cubicBezTo>
                  <a:cubicBezTo>
                    <a:pt x="3131987" y="341093"/>
                    <a:pt x="3090036" y="335792"/>
                    <a:pt x="3047760" y="332632"/>
                  </a:cubicBezTo>
                  <a:lnTo>
                    <a:pt x="3016027" y="330186"/>
                  </a:lnTo>
                  <a:cubicBezTo>
                    <a:pt x="3005485" y="329472"/>
                    <a:pt x="2994834" y="329168"/>
                    <a:pt x="2984184" y="328658"/>
                  </a:cubicBezTo>
                  <a:cubicBezTo>
                    <a:pt x="2973533" y="328249"/>
                    <a:pt x="2962992" y="327638"/>
                    <a:pt x="2952233" y="327332"/>
                  </a:cubicBezTo>
                  <a:lnTo>
                    <a:pt x="2919085" y="327026"/>
                  </a:lnTo>
                  <a:cubicBezTo>
                    <a:pt x="2897025" y="326925"/>
                    <a:pt x="2874854" y="326212"/>
                    <a:pt x="2852901" y="326720"/>
                  </a:cubicBezTo>
                  <a:lnTo>
                    <a:pt x="2786826" y="328148"/>
                  </a:lnTo>
                  <a:cubicBezTo>
                    <a:pt x="2764763" y="328759"/>
                    <a:pt x="2742919" y="330391"/>
                    <a:pt x="2720965" y="331409"/>
                  </a:cubicBezTo>
                  <a:cubicBezTo>
                    <a:pt x="2699013" y="332326"/>
                    <a:pt x="2677170" y="334162"/>
                    <a:pt x="2655325" y="336098"/>
                  </a:cubicBezTo>
                  <a:cubicBezTo>
                    <a:pt x="2611528" y="339463"/>
                    <a:pt x="2568165" y="345170"/>
                    <a:pt x="2524803" y="350573"/>
                  </a:cubicBezTo>
                  <a:lnTo>
                    <a:pt x="2460139" y="360664"/>
                  </a:lnTo>
                  <a:cubicBezTo>
                    <a:pt x="2438622" y="364130"/>
                    <a:pt x="2417430" y="368717"/>
                    <a:pt x="2396019" y="372693"/>
                  </a:cubicBezTo>
                  <a:cubicBezTo>
                    <a:pt x="2310709" y="389513"/>
                    <a:pt x="2226809" y="411836"/>
                    <a:pt x="2145843" y="440989"/>
                  </a:cubicBezTo>
                  <a:cubicBezTo>
                    <a:pt x="1983479" y="499295"/>
                    <a:pt x="1835678" y="585838"/>
                    <a:pt x="1698635" y="682676"/>
                  </a:cubicBezTo>
                  <a:cubicBezTo>
                    <a:pt x="1629841" y="730992"/>
                    <a:pt x="1563549" y="782367"/>
                    <a:pt x="1498450" y="835474"/>
                  </a:cubicBezTo>
                  <a:cubicBezTo>
                    <a:pt x="1433352" y="888583"/>
                    <a:pt x="1369775" y="943932"/>
                    <a:pt x="1307285" y="1001220"/>
                  </a:cubicBezTo>
                  <a:cubicBezTo>
                    <a:pt x="1182958" y="1116304"/>
                    <a:pt x="1060588" y="1237708"/>
                    <a:pt x="947780" y="1369612"/>
                  </a:cubicBezTo>
                  <a:cubicBezTo>
                    <a:pt x="933325" y="1385818"/>
                    <a:pt x="919958" y="1402841"/>
                    <a:pt x="905939" y="1419458"/>
                  </a:cubicBezTo>
                  <a:lnTo>
                    <a:pt x="863228" y="1471545"/>
                  </a:lnTo>
                  <a:cubicBezTo>
                    <a:pt x="833776" y="1507529"/>
                    <a:pt x="804215" y="1543001"/>
                    <a:pt x="774330" y="1577659"/>
                  </a:cubicBezTo>
                  <a:cubicBezTo>
                    <a:pt x="714665" y="1647178"/>
                    <a:pt x="653806" y="1714046"/>
                    <a:pt x="595554" y="1780916"/>
                  </a:cubicBezTo>
                  <a:cubicBezTo>
                    <a:pt x="537303" y="1847683"/>
                    <a:pt x="481009" y="1914144"/>
                    <a:pt x="430365" y="1982644"/>
                  </a:cubicBezTo>
                  <a:cubicBezTo>
                    <a:pt x="405369" y="2016995"/>
                    <a:pt x="381351" y="2051756"/>
                    <a:pt x="358855" y="2087025"/>
                  </a:cubicBezTo>
                  <a:cubicBezTo>
                    <a:pt x="336685" y="2122396"/>
                    <a:pt x="315601" y="2158277"/>
                    <a:pt x="296583" y="2194872"/>
                  </a:cubicBezTo>
                  <a:cubicBezTo>
                    <a:pt x="258980" y="2268161"/>
                    <a:pt x="227572" y="2344307"/>
                    <a:pt x="207358" y="2423918"/>
                  </a:cubicBezTo>
                  <a:cubicBezTo>
                    <a:pt x="186817" y="2503426"/>
                    <a:pt x="178124" y="2585790"/>
                    <a:pt x="177146" y="2668765"/>
                  </a:cubicBezTo>
                  <a:cubicBezTo>
                    <a:pt x="177037" y="2837670"/>
                    <a:pt x="201490" y="3006472"/>
                    <a:pt x="248763" y="3168854"/>
                  </a:cubicBezTo>
                  <a:cubicBezTo>
                    <a:pt x="295931" y="3331644"/>
                    <a:pt x="363962" y="3488316"/>
                    <a:pt x="445688" y="3637956"/>
                  </a:cubicBezTo>
                  <a:cubicBezTo>
                    <a:pt x="527413" y="3787697"/>
                    <a:pt x="625115" y="3929794"/>
                    <a:pt x="735859" y="4062310"/>
                  </a:cubicBezTo>
                  <a:cubicBezTo>
                    <a:pt x="791121" y="4128668"/>
                    <a:pt x="849589" y="4192733"/>
                    <a:pt x="910884" y="4254366"/>
                  </a:cubicBezTo>
                  <a:lnTo>
                    <a:pt x="1030507" y="4364939"/>
                  </a:lnTo>
                  <a:lnTo>
                    <a:pt x="676755" y="4364939"/>
                  </a:lnTo>
                  <a:lnTo>
                    <a:pt x="538105" y="4202315"/>
                  </a:lnTo>
                  <a:cubicBezTo>
                    <a:pt x="423518" y="4054791"/>
                    <a:pt x="323372" y="3897379"/>
                    <a:pt x="241592" y="3731226"/>
                  </a:cubicBezTo>
                  <a:cubicBezTo>
                    <a:pt x="160193" y="3565073"/>
                    <a:pt x="99768" y="3389950"/>
                    <a:pt x="60317" y="3211362"/>
                  </a:cubicBezTo>
                  <a:cubicBezTo>
                    <a:pt x="20759" y="3032669"/>
                    <a:pt x="435" y="2850716"/>
                    <a:pt x="0" y="2668765"/>
                  </a:cubicBezTo>
                  <a:cubicBezTo>
                    <a:pt x="0" y="2576309"/>
                    <a:pt x="6413" y="2483039"/>
                    <a:pt x="21736" y="2390280"/>
                  </a:cubicBezTo>
                  <a:lnTo>
                    <a:pt x="27605" y="2355521"/>
                  </a:lnTo>
                  <a:lnTo>
                    <a:pt x="34669" y="2320862"/>
                  </a:lnTo>
                  <a:cubicBezTo>
                    <a:pt x="39343" y="2297723"/>
                    <a:pt x="45102" y="2274686"/>
                    <a:pt x="50753" y="2251750"/>
                  </a:cubicBezTo>
                  <a:cubicBezTo>
                    <a:pt x="62708" y="2205881"/>
                    <a:pt x="77379" y="2160723"/>
                    <a:pt x="93899" y="2116179"/>
                  </a:cubicBezTo>
                  <a:cubicBezTo>
                    <a:pt x="110744" y="2071734"/>
                    <a:pt x="129762" y="2028209"/>
                    <a:pt x="150194" y="1985498"/>
                  </a:cubicBezTo>
                  <a:cubicBezTo>
                    <a:pt x="170734" y="1942890"/>
                    <a:pt x="193229" y="1901402"/>
                    <a:pt x="216486" y="1860628"/>
                  </a:cubicBezTo>
                  <a:cubicBezTo>
                    <a:pt x="263109" y="1779183"/>
                    <a:pt x="312993" y="1701000"/>
                    <a:pt x="363527" y="1625058"/>
                  </a:cubicBezTo>
                  <a:lnTo>
                    <a:pt x="514155" y="1402231"/>
                  </a:lnTo>
                  <a:cubicBezTo>
                    <a:pt x="538825" y="1365636"/>
                    <a:pt x="563277" y="1329551"/>
                    <a:pt x="586861" y="1293160"/>
                  </a:cubicBezTo>
                  <a:lnTo>
                    <a:pt x="623702" y="1236892"/>
                  </a:lnTo>
                  <a:cubicBezTo>
                    <a:pt x="636526" y="1217525"/>
                    <a:pt x="649025" y="1198055"/>
                    <a:pt x="662283" y="1178892"/>
                  </a:cubicBezTo>
                  <a:cubicBezTo>
                    <a:pt x="713905" y="1101523"/>
                    <a:pt x="769222" y="1025786"/>
                    <a:pt x="827364" y="951170"/>
                  </a:cubicBezTo>
                  <a:cubicBezTo>
                    <a:pt x="885834" y="876861"/>
                    <a:pt x="947997" y="804283"/>
                    <a:pt x="1016355" y="736089"/>
                  </a:cubicBezTo>
                  <a:cubicBezTo>
                    <a:pt x="1152311" y="599497"/>
                    <a:pt x="1308047" y="476054"/>
                    <a:pt x="1482474" y="378707"/>
                  </a:cubicBezTo>
                  <a:cubicBezTo>
                    <a:pt x="1656793" y="281156"/>
                    <a:pt x="1845132" y="207966"/>
                    <a:pt x="2035644" y="149151"/>
                  </a:cubicBezTo>
                  <a:cubicBezTo>
                    <a:pt x="2131063" y="119997"/>
                    <a:pt x="2227460" y="94412"/>
                    <a:pt x="2324619" y="72802"/>
                  </a:cubicBezTo>
                  <a:cubicBezTo>
                    <a:pt x="2421885" y="51396"/>
                    <a:pt x="2520239" y="35291"/>
                    <a:pt x="2618809" y="24078"/>
                  </a:cubicBezTo>
                  <a:cubicBezTo>
                    <a:pt x="2717272" y="12252"/>
                    <a:pt x="2816168" y="4914"/>
                    <a:pt x="2914849" y="1957"/>
                  </a:cubicBezTo>
                  <a:lnTo>
                    <a:pt x="2951907" y="633"/>
                  </a:lnTo>
                  <a:lnTo>
                    <a:pt x="2990052" y="224"/>
                  </a:lnTo>
                  <a:cubicBezTo>
                    <a:pt x="3002768" y="224"/>
                    <a:pt x="3015592" y="-81"/>
                    <a:pt x="3028307" y="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6" name="Freeform: Shape 45">
              <a:extLst>
                <a:ext uri="{FF2B5EF4-FFF2-40B4-BE49-F238E27FC236}">
                  <a16:creationId xmlns:a16="http://schemas.microsoft.com/office/drawing/2014/main" id="{5C727C6A-DB0B-482E-B0E4-4F035FC023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55526" y="2145638"/>
              <a:ext cx="4336168" cy="4630833"/>
            </a:xfrm>
            <a:custGeom>
              <a:avLst/>
              <a:gdLst>
                <a:gd name="connsiteX0" fmla="*/ 3053738 w 4336168"/>
                <a:gd name="connsiteY0" fmla="*/ 111 h 4630833"/>
                <a:gd name="connsiteX1" fmla="*/ 3093948 w 4336168"/>
                <a:gd name="connsiteY1" fmla="*/ 316 h 4630833"/>
                <a:gd name="connsiteX2" fmla="*/ 3134268 w 4336168"/>
                <a:gd name="connsiteY2" fmla="*/ 1743 h 4630833"/>
                <a:gd name="connsiteX3" fmla="*/ 3295438 w 4336168"/>
                <a:gd name="connsiteY3" fmla="*/ 13058 h 4630833"/>
                <a:gd name="connsiteX4" fmla="*/ 3918813 w 4336168"/>
                <a:gd name="connsiteY4" fmla="*/ 169935 h 4630833"/>
                <a:gd name="connsiteX5" fmla="*/ 4203331 w 4336168"/>
                <a:gd name="connsiteY5" fmla="*/ 305405 h 4630833"/>
                <a:gd name="connsiteX6" fmla="*/ 4336168 w 4336168"/>
                <a:gd name="connsiteY6" fmla="*/ 386579 h 4630833"/>
                <a:gd name="connsiteX7" fmla="*/ 4336168 w 4336168"/>
                <a:gd name="connsiteY7" fmla="*/ 772673 h 4630833"/>
                <a:gd name="connsiteX8" fmla="*/ 4270820 w 4336168"/>
                <a:gd name="connsiteY8" fmla="*/ 728127 h 4630833"/>
                <a:gd name="connsiteX9" fmla="*/ 4030208 w 4336168"/>
                <a:gd name="connsiteY9" fmla="*/ 587253 h 4630833"/>
                <a:gd name="connsiteX10" fmla="*/ 3781010 w 4336168"/>
                <a:gd name="connsiteY10" fmla="*/ 471455 h 4630833"/>
                <a:gd name="connsiteX11" fmla="*/ 3254466 w 4336168"/>
                <a:gd name="connsiteY11" fmla="*/ 338024 h 4630833"/>
                <a:gd name="connsiteX12" fmla="*/ 3117966 w 4336168"/>
                <a:gd name="connsiteY12" fmla="*/ 326812 h 4630833"/>
                <a:gd name="connsiteX13" fmla="*/ 3083625 w 4336168"/>
                <a:gd name="connsiteY13" fmla="*/ 325179 h 4630833"/>
                <a:gd name="connsiteX14" fmla="*/ 3049173 w 4336168"/>
                <a:gd name="connsiteY14" fmla="*/ 324366 h 4630833"/>
                <a:gd name="connsiteX15" fmla="*/ 2978858 w 4336168"/>
                <a:gd name="connsiteY15" fmla="*/ 323855 h 4630833"/>
                <a:gd name="connsiteX16" fmla="*/ 2695862 w 4336168"/>
                <a:gd name="connsiteY16" fmla="*/ 335373 h 4630833"/>
                <a:gd name="connsiteX17" fmla="*/ 2417972 w 4336168"/>
                <a:gd name="connsiteY17" fmla="*/ 372070 h 4630833"/>
                <a:gd name="connsiteX18" fmla="*/ 2148451 w 4336168"/>
                <a:gd name="connsiteY18" fmla="*/ 437613 h 4630833"/>
                <a:gd name="connsiteX19" fmla="*/ 1889690 w 4336168"/>
                <a:gd name="connsiteY19" fmla="*/ 532515 h 4630833"/>
                <a:gd name="connsiteX20" fmla="*/ 1644512 w 4336168"/>
                <a:gd name="connsiteY20" fmla="*/ 658098 h 4630833"/>
                <a:gd name="connsiteX21" fmla="*/ 1200999 w 4336168"/>
                <a:gd name="connsiteY21" fmla="*/ 992137 h 4630833"/>
                <a:gd name="connsiteX22" fmla="*/ 1003531 w 4336168"/>
                <a:gd name="connsiteY22" fmla="*/ 1192234 h 4630833"/>
                <a:gd name="connsiteX23" fmla="*/ 910394 w 4336168"/>
                <a:gd name="connsiteY23" fmla="*/ 1298347 h 4630833"/>
                <a:gd name="connsiteX24" fmla="*/ 821278 w 4336168"/>
                <a:gd name="connsiteY24" fmla="*/ 1408233 h 4630833"/>
                <a:gd name="connsiteX25" fmla="*/ 732162 w 4336168"/>
                <a:gd name="connsiteY25" fmla="*/ 1521993 h 4630833"/>
                <a:gd name="connsiteX26" fmla="*/ 640548 w 4336168"/>
                <a:gd name="connsiteY26" fmla="*/ 1634323 h 4630833"/>
                <a:gd name="connsiteX27" fmla="*/ 457317 w 4336168"/>
                <a:gd name="connsiteY27" fmla="*/ 1855930 h 4630833"/>
                <a:gd name="connsiteX28" fmla="*/ 369288 w 4336168"/>
                <a:gd name="connsiteY28" fmla="*/ 1967955 h 4630833"/>
                <a:gd name="connsiteX29" fmla="*/ 287128 w 4336168"/>
                <a:gd name="connsiteY29" fmla="*/ 2083243 h 4630833"/>
                <a:gd name="connsiteX30" fmla="*/ 212683 w 4336168"/>
                <a:gd name="connsiteY30" fmla="*/ 2202607 h 4630833"/>
                <a:gd name="connsiteX31" fmla="*/ 179101 w 4336168"/>
                <a:gd name="connsiteY31" fmla="*/ 2264177 h 4630833"/>
                <a:gd name="connsiteX32" fmla="*/ 148890 w 4336168"/>
                <a:gd name="connsiteY32" fmla="*/ 2327172 h 4630833"/>
                <a:gd name="connsiteX33" fmla="*/ 61295 w 4336168"/>
                <a:gd name="connsiteY33" fmla="*/ 2590672 h 4630833"/>
                <a:gd name="connsiteX34" fmla="*/ 32604 w 4336168"/>
                <a:gd name="connsiteY34" fmla="*/ 2866202 h 4630833"/>
                <a:gd name="connsiteX35" fmla="*/ 100853 w 4336168"/>
                <a:gd name="connsiteY35" fmla="*/ 3418074 h 4630833"/>
                <a:gd name="connsiteX36" fmla="*/ 184971 w 4336168"/>
                <a:gd name="connsiteY36" fmla="*/ 3684428 h 4630833"/>
                <a:gd name="connsiteX37" fmla="*/ 210836 w 4336168"/>
                <a:gd name="connsiteY37" fmla="*/ 3749462 h 4630833"/>
                <a:gd name="connsiteX38" fmla="*/ 238440 w 4336168"/>
                <a:gd name="connsiteY38" fmla="*/ 3813783 h 4630833"/>
                <a:gd name="connsiteX39" fmla="*/ 252894 w 4336168"/>
                <a:gd name="connsiteY39" fmla="*/ 3845688 h 4630833"/>
                <a:gd name="connsiteX40" fmla="*/ 268109 w 4336168"/>
                <a:gd name="connsiteY40" fmla="*/ 3877287 h 4630833"/>
                <a:gd name="connsiteX41" fmla="*/ 299409 w 4336168"/>
                <a:gd name="connsiteY41" fmla="*/ 3939978 h 4630833"/>
                <a:gd name="connsiteX42" fmla="*/ 440689 w 4336168"/>
                <a:gd name="connsiteY42" fmla="*/ 4182378 h 4630833"/>
                <a:gd name="connsiteX43" fmla="*/ 606640 w 4336168"/>
                <a:gd name="connsiteY43" fmla="*/ 4409488 h 4630833"/>
                <a:gd name="connsiteX44" fmla="*/ 792425 w 4336168"/>
                <a:gd name="connsiteY44" fmla="*/ 4621205 h 4630833"/>
                <a:gd name="connsiteX45" fmla="*/ 802442 w 4336168"/>
                <a:gd name="connsiteY45" fmla="*/ 4630833 h 4630833"/>
                <a:gd name="connsiteX46" fmla="*/ 592561 w 4336168"/>
                <a:gd name="connsiteY46" fmla="*/ 4630833 h 4630833"/>
                <a:gd name="connsiteX47" fmla="*/ 489377 w 4336168"/>
                <a:gd name="connsiteY47" fmla="*/ 4483185 h 4630833"/>
                <a:gd name="connsiteX48" fmla="*/ 344944 w 4336168"/>
                <a:gd name="connsiteY48" fmla="*/ 4231611 h 4630833"/>
                <a:gd name="connsiteX49" fmla="*/ 224311 w 4336168"/>
                <a:gd name="connsiteY49" fmla="*/ 3970456 h 4630833"/>
                <a:gd name="connsiteX50" fmla="*/ 0 w 4336168"/>
                <a:gd name="connsiteY50" fmla="*/ 2866202 h 4630833"/>
                <a:gd name="connsiteX51" fmla="*/ 25105 w 4336168"/>
                <a:gd name="connsiteY51" fmla="*/ 2584351 h 4630833"/>
                <a:gd name="connsiteX52" fmla="*/ 105200 w 4336168"/>
                <a:gd name="connsiteY52" fmla="*/ 2310863 h 4630833"/>
                <a:gd name="connsiteX53" fmla="*/ 232245 w 4336168"/>
                <a:gd name="connsiteY53" fmla="*/ 2053172 h 4630833"/>
                <a:gd name="connsiteX54" fmla="*/ 307667 w 4336168"/>
                <a:gd name="connsiteY54" fmla="*/ 1930341 h 4630833"/>
                <a:gd name="connsiteX55" fmla="*/ 386893 w 4336168"/>
                <a:gd name="connsiteY55" fmla="*/ 1810161 h 4630833"/>
                <a:gd name="connsiteX56" fmla="*/ 548823 w 4336168"/>
                <a:gd name="connsiteY56" fmla="*/ 1573876 h 4630833"/>
                <a:gd name="connsiteX57" fmla="*/ 626419 w 4336168"/>
                <a:gd name="connsiteY57" fmla="*/ 1455224 h 4630833"/>
                <a:gd name="connsiteX58" fmla="*/ 701081 w 4336168"/>
                <a:gd name="connsiteY58" fmla="*/ 1334534 h 4630833"/>
                <a:gd name="connsiteX59" fmla="*/ 861162 w 4336168"/>
                <a:gd name="connsiteY59" fmla="*/ 1091320 h 4630833"/>
                <a:gd name="connsiteX60" fmla="*/ 1042329 w 4336168"/>
                <a:gd name="connsiteY60" fmla="*/ 858093 h 4630833"/>
                <a:gd name="connsiteX61" fmla="*/ 1487799 w 4336168"/>
                <a:gd name="connsiteY61" fmla="*/ 446686 h 4630833"/>
                <a:gd name="connsiteX62" fmla="*/ 1754060 w 4336168"/>
                <a:gd name="connsiteY62" fmla="*/ 283388 h 4630833"/>
                <a:gd name="connsiteX63" fmla="*/ 2044121 w 4336168"/>
                <a:gd name="connsiteY63" fmla="*/ 157906 h 4630833"/>
                <a:gd name="connsiteX64" fmla="*/ 2349287 w 4336168"/>
                <a:gd name="connsiteY64" fmla="*/ 71364 h 4630833"/>
                <a:gd name="connsiteX65" fmla="*/ 2661411 w 4336168"/>
                <a:gd name="connsiteY65" fmla="*/ 21213 h 4630833"/>
                <a:gd name="connsiteX66" fmla="*/ 2818124 w 4336168"/>
                <a:gd name="connsiteY66" fmla="*/ 7146 h 4630833"/>
                <a:gd name="connsiteX67" fmla="*/ 2974728 w 4336168"/>
                <a:gd name="connsiteY67" fmla="*/ 1029 h 4630833"/>
                <a:gd name="connsiteX68" fmla="*/ 3053738 w 4336168"/>
                <a:gd name="connsiteY68" fmla="*/ 111 h 463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336168" h="4630833">
                  <a:moveTo>
                    <a:pt x="3053738" y="111"/>
                  </a:moveTo>
                  <a:lnTo>
                    <a:pt x="3093948" y="316"/>
                  </a:lnTo>
                  <a:lnTo>
                    <a:pt x="3134268" y="1743"/>
                  </a:lnTo>
                  <a:cubicBezTo>
                    <a:pt x="3187955" y="3475"/>
                    <a:pt x="3241749" y="7756"/>
                    <a:pt x="3295438" y="13058"/>
                  </a:cubicBezTo>
                  <a:cubicBezTo>
                    <a:pt x="3510076" y="35585"/>
                    <a:pt x="3722324" y="89406"/>
                    <a:pt x="3918813" y="169935"/>
                  </a:cubicBezTo>
                  <a:cubicBezTo>
                    <a:pt x="4017384" y="209689"/>
                    <a:pt x="4111933" y="255763"/>
                    <a:pt x="4203331" y="305405"/>
                  </a:cubicBezTo>
                  <a:lnTo>
                    <a:pt x="4336168" y="386579"/>
                  </a:lnTo>
                  <a:lnTo>
                    <a:pt x="4336168" y="772673"/>
                  </a:lnTo>
                  <a:lnTo>
                    <a:pt x="4270820" y="728127"/>
                  </a:lnTo>
                  <a:cubicBezTo>
                    <a:pt x="4191920" y="677771"/>
                    <a:pt x="4111825" y="630168"/>
                    <a:pt x="4030208" y="587253"/>
                  </a:cubicBezTo>
                  <a:cubicBezTo>
                    <a:pt x="3948699" y="544136"/>
                    <a:pt x="3865886" y="504687"/>
                    <a:pt x="3781010" y="471455"/>
                  </a:cubicBezTo>
                  <a:cubicBezTo>
                    <a:pt x="3611688" y="404384"/>
                    <a:pt x="3435522" y="358818"/>
                    <a:pt x="3254466" y="338024"/>
                  </a:cubicBezTo>
                  <a:cubicBezTo>
                    <a:pt x="3209255" y="333029"/>
                    <a:pt x="3163720" y="328748"/>
                    <a:pt x="3117966" y="326812"/>
                  </a:cubicBezTo>
                  <a:lnTo>
                    <a:pt x="3083625" y="325179"/>
                  </a:lnTo>
                  <a:lnTo>
                    <a:pt x="3049173" y="324366"/>
                  </a:lnTo>
                  <a:cubicBezTo>
                    <a:pt x="3026568" y="323447"/>
                    <a:pt x="3002550" y="323855"/>
                    <a:pt x="2978858" y="323855"/>
                  </a:cubicBezTo>
                  <a:cubicBezTo>
                    <a:pt x="2883983" y="323956"/>
                    <a:pt x="2789434" y="327423"/>
                    <a:pt x="2695862" y="335373"/>
                  </a:cubicBezTo>
                  <a:cubicBezTo>
                    <a:pt x="2602290" y="343223"/>
                    <a:pt x="2509371" y="354945"/>
                    <a:pt x="2417972" y="372070"/>
                  </a:cubicBezTo>
                  <a:cubicBezTo>
                    <a:pt x="2326683" y="389500"/>
                    <a:pt x="2236697" y="411009"/>
                    <a:pt x="2148451" y="437613"/>
                  </a:cubicBezTo>
                  <a:cubicBezTo>
                    <a:pt x="2060204" y="464116"/>
                    <a:pt x="1973588" y="495411"/>
                    <a:pt x="1889690" y="532515"/>
                  </a:cubicBezTo>
                  <a:cubicBezTo>
                    <a:pt x="1805247" y="568599"/>
                    <a:pt x="1723848" y="611411"/>
                    <a:pt x="1644512" y="658098"/>
                  </a:cubicBezTo>
                  <a:cubicBezTo>
                    <a:pt x="1486169" y="751979"/>
                    <a:pt x="1338149" y="865229"/>
                    <a:pt x="1200999" y="992137"/>
                  </a:cubicBezTo>
                  <a:cubicBezTo>
                    <a:pt x="1132531" y="1055744"/>
                    <a:pt x="1066782" y="1122715"/>
                    <a:pt x="1003531" y="1192234"/>
                  </a:cubicBezTo>
                  <a:cubicBezTo>
                    <a:pt x="971688" y="1226790"/>
                    <a:pt x="941150" y="1262568"/>
                    <a:pt x="910394" y="1298347"/>
                  </a:cubicBezTo>
                  <a:cubicBezTo>
                    <a:pt x="880507" y="1334738"/>
                    <a:pt x="850187" y="1370925"/>
                    <a:pt x="821278" y="1408233"/>
                  </a:cubicBezTo>
                  <a:cubicBezTo>
                    <a:pt x="792152" y="1444624"/>
                    <a:pt x="762266" y="1484480"/>
                    <a:pt x="732162" y="1521993"/>
                  </a:cubicBezTo>
                  <a:cubicBezTo>
                    <a:pt x="701950" y="1559810"/>
                    <a:pt x="671302" y="1597219"/>
                    <a:pt x="640548" y="1634323"/>
                  </a:cubicBezTo>
                  <a:cubicBezTo>
                    <a:pt x="579362" y="1708838"/>
                    <a:pt x="516980" y="1781618"/>
                    <a:pt x="457317" y="1855930"/>
                  </a:cubicBezTo>
                  <a:cubicBezTo>
                    <a:pt x="427540" y="1893033"/>
                    <a:pt x="397870" y="1930239"/>
                    <a:pt x="369288" y="1967955"/>
                  </a:cubicBezTo>
                  <a:cubicBezTo>
                    <a:pt x="341141" y="2005976"/>
                    <a:pt x="313211" y="2044100"/>
                    <a:pt x="287128" y="2083243"/>
                  </a:cubicBezTo>
                  <a:cubicBezTo>
                    <a:pt x="260936" y="2122284"/>
                    <a:pt x="235506" y="2161835"/>
                    <a:pt x="212683" y="2202607"/>
                  </a:cubicBezTo>
                  <a:cubicBezTo>
                    <a:pt x="200728" y="2222791"/>
                    <a:pt x="190187" y="2243586"/>
                    <a:pt x="179101" y="2264177"/>
                  </a:cubicBezTo>
                  <a:cubicBezTo>
                    <a:pt x="168886" y="2285072"/>
                    <a:pt x="158127" y="2305867"/>
                    <a:pt x="148890" y="2327172"/>
                  </a:cubicBezTo>
                  <a:cubicBezTo>
                    <a:pt x="109982" y="2411777"/>
                    <a:pt x="81183" y="2500256"/>
                    <a:pt x="61295" y="2590672"/>
                  </a:cubicBezTo>
                  <a:cubicBezTo>
                    <a:pt x="42386" y="2681292"/>
                    <a:pt x="33147" y="2773643"/>
                    <a:pt x="32604" y="2866202"/>
                  </a:cubicBezTo>
                  <a:cubicBezTo>
                    <a:pt x="32495" y="3051925"/>
                    <a:pt x="55643" y="3237650"/>
                    <a:pt x="100853" y="3418074"/>
                  </a:cubicBezTo>
                  <a:cubicBezTo>
                    <a:pt x="123133" y="3508490"/>
                    <a:pt x="151498" y="3597377"/>
                    <a:pt x="184971" y="3684428"/>
                  </a:cubicBezTo>
                  <a:cubicBezTo>
                    <a:pt x="192796" y="3706344"/>
                    <a:pt x="202250" y="3727751"/>
                    <a:pt x="210836" y="3749462"/>
                  </a:cubicBezTo>
                  <a:cubicBezTo>
                    <a:pt x="219421" y="3771175"/>
                    <a:pt x="228985" y="3792479"/>
                    <a:pt x="238440" y="3813783"/>
                  </a:cubicBezTo>
                  <a:lnTo>
                    <a:pt x="252894" y="3845688"/>
                  </a:lnTo>
                  <a:lnTo>
                    <a:pt x="268109" y="3877287"/>
                  </a:lnTo>
                  <a:cubicBezTo>
                    <a:pt x="278215" y="3898287"/>
                    <a:pt x="288432" y="3919284"/>
                    <a:pt x="299409" y="3939978"/>
                  </a:cubicBezTo>
                  <a:cubicBezTo>
                    <a:pt x="341792" y="4023258"/>
                    <a:pt x="389828" y="4103787"/>
                    <a:pt x="440689" y="4182378"/>
                  </a:cubicBezTo>
                  <a:cubicBezTo>
                    <a:pt x="492420" y="4260561"/>
                    <a:pt x="547953" y="4336299"/>
                    <a:pt x="606640" y="4409488"/>
                  </a:cubicBezTo>
                  <a:cubicBezTo>
                    <a:pt x="665381" y="4482677"/>
                    <a:pt x="727435" y="4553292"/>
                    <a:pt x="792425" y="4621205"/>
                  </a:cubicBezTo>
                  <a:lnTo>
                    <a:pt x="802442" y="4630833"/>
                  </a:lnTo>
                  <a:lnTo>
                    <a:pt x="592561" y="4630833"/>
                  </a:lnTo>
                  <a:lnTo>
                    <a:pt x="489377" y="4483185"/>
                  </a:lnTo>
                  <a:cubicBezTo>
                    <a:pt x="437212" y="4401230"/>
                    <a:pt x="388850" y="4317339"/>
                    <a:pt x="344944" y="4231611"/>
                  </a:cubicBezTo>
                  <a:cubicBezTo>
                    <a:pt x="300386" y="4146191"/>
                    <a:pt x="260828" y="4058731"/>
                    <a:pt x="224311" y="3970456"/>
                  </a:cubicBezTo>
                  <a:cubicBezTo>
                    <a:pt x="78901" y="3617049"/>
                    <a:pt x="1413" y="3242136"/>
                    <a:pt x="0" y="2866202"/>
                  </a:cubicBezTo>
                  <a:cubicBezTo>
                    <a:pt x="0" y="2771912"/>
                    <a:pt x="8043" y="2677417"/>
                    <a:pt x="25105" y="2584351"/>
                  </a:cubicBezTo>
                  <a:cubicBezTo>
                    <a:pt x="42928" y="2491285"/>
                    <a:pt x="69446" y="2399444"/>
                    <a:pt x="105200" y="2310863"/>
                  </a:cubicBezTo>
                  <a:cubicBezTo>
                    <a:pt x="140304" y="2221974"/>
                    <a:pt x="184318" y="2136351"/>
                    <a:pt x="232245" y="2053172"/>
                  </a:cubicBezTo>
                  <a:cubicBezTo>
                    <a:pt x="256154" y="2011379"/>
                    <a:pt x="281802" y="1970810"/>
                    <a:pt x="307667" y="1930341"/>
                  </a:cubicBezTo>
                  <a:cubicBezTo>
                    <a:pt x="333533" y="1889873"/>
                    <a:pt x="360049" y="1849915"/>
                    <a:pt x="386893" y="1810161"/>
                  </a:cubicBezTo>
                  <a:lnTo>
                    <a:pt x="548823" y="1573876"/>
                  </a:lnTo>
                  <a:cubicBezTo>
                    <a:pt x="575341" y="1534529"/>
                    <a:pt x="601098" y="1494877"/>
                    <a:pt x="626419" y="1455224"/>
                  </a:cubicBezTo>
                  <a:cubicBezTo>
                    <a:pt x="651959" y="1415266"/>
                    <a:pt x="675434" y="1376225"/>
                    <a:pt x="701081" y="1334534"/>
                  </a:cubicBezTo>
                  <a:cubicBezTo>
                    <a:pt x="751290" y="1252070"/>
                    <a:pt x="804324" y="1170828"/>
                    <a:pt x="861162" y="1091320"/>
                  </a:cubicBezTo>
                  <a:cubicBezTo>
                    <a:pt x="917894" y="1011810"/>
                    <a:pt x="977884" y="933729"/>
                    <a:pt x="1042329" y="858093"/>
                  </a:cubicBezTo>
                  <a:cubicBezTo>
                    <a:pt x="1171765" y="707536"/>
                    <a:pt x="1319348" y="566764"/>
                    <a:pt x="1487799" y="446686"/>
                  </a:cubicBezTo>
                  <a:cubicBezTo>
                    <a:pt x="1571699" y="386340"/>
                    <a:pt x="1661031" y="332010"/>
                    <a:pt x="1754060" y="283388"/>
                  </a:cubicBezTo>
                  <a:cubicBezTo>
                    <a:pt x="1847414" y="235478"/>
                    <a:pt x="1944463" y="193278"/>
                    <a:pt x="2044121" y="157906"/>
                  </a:cubicBezTo>
                  <a:cubicBezTo>
                    <a:pt x="2143778" y="122638"/>
                    <a:pt x="2245936" y="93789"/>
                    <a:pt x="2349287" y="71364"/>
                  </a:cubicBezTo>
                  <a:cubicBezTo>
                    <a:pt x="2452641" y="48939"/>
                    <a:pt x="2556971" y="32935"/>
                    <a:pt x="2661411" y="21213"/>
                  </a:cubicBezTo>
                  <a:cubicBezTo>
                    <a:pt x="2713576" y="14994"/>
                    <a:pt x="2765850" y="11222"/>
                    <a:pt x="2818124" y="7146"/>
                  </a:cubicBezTo>
                  <a:cubicBezTo>
                    <a:pt x="2870290" y="4596"/>
                    <a:pt x="2922672" y="1640"/>
                    <a:pt x="2974728" y="1029"/>
                  </a:cubicBezTo>
                  <a:cubicBezTo>
                    <a:pt x="3000811" y="519"/>
                    <a:pt x="3026568" y="-296"/>
                    <a:pt x="3053738" y="11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786ABD8-AB9F-46F2-A7D9-36F1F7338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834244" y="0"/>
            <a:ext cx="3512956" cy="3456291"/>
            <a:chOff x="4345582" y="0"/>
            <a:chExt cx="5069918" cy="3741104"/>
          </a:xfrm>
          <a:solidFill>
            <a:schemeClr val="accent5">
              <a:alpha val="5000"/>
            </a:schemeClr>
          </a:solidFill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B26E49F-E19A-487B-A8A4-A26128CF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45582" y="1"/>
              <a:ext cx="5069918" cy="3741103"/>
            </a:xfrm>
            <a:custGeom>
              <a:avLst/>
              <a:gdLst>
                <a:gd name="connsiteX0" fmla="*/ 475344 w 5069918"/>
                <a:gd name="connsiteY0" fmla="*/ 0 h 3741103"/>
                <a:gd name="connsiteX1" fmla="*/ 643707 w 5069918"/>
                <a:gd name="connsiteY1" fmla="*/ 0 h 3741103"/>
                <a:gd name="connsiteX2" fmla="*/ 635672 w 5069918"/>
                <a:gd name="connsiteY2" fmla="*/ 7778 h 3741103"/>
                <a:gd name="connsiteX3" fmla="*/ 486638 w 5069918"/>
                <a:gd name="connsiteY3" fmla="*/ 178818 h 3741103"/>
                <a:gd name="connsiteX4" fmla="*/ 353514 w 5069918"/>
                <a:gd name="connsiteY4" fmla="*/ 362293 h 3741103"/>
                <a:gd name="connsiteX5" fmla="*/ 240181 w 5069918"/>
                <a:gd name="connsiteY5" fmla="*/ 558120 h 3741103"/>
                <a:gd name="connsiteX6" fmla="*/ 215073 w 5069918"/>
                <a:gd name="connsiteY6" fmla="*/ 608766 h 3741103"/>
                <a:gd name="connsiteX7" fmla="*/ 202868 w 5069918"/>
                <a:gd name="connsiteY7" fmla="*/ 634294 h 3741103"/>
                <a:gd name="connsiteX8" fmla="*/ 191273 w 5069918"/>
                <a:gd name="connsiteY8" fmla="*/ 660069 h 3741103"/>
                <a:gd name="connsiteX9" fmla="*/ 169129 w 5069918"/>
                <a:gd name="connsiteY9" fmla="*/ 712032 h 3741103"/>
                <a:gd name="connsiteX10" fmla="*/ 148381 w 5069918"/>
                <a:gd name="connsiteY10" fmla="*/ 764571 h 3741103"/>
                <a:gd name="connsiteX11" fmla="*/ 80903 w 5069918"/>
                <a:gd name="connsiteY11" fmla="*/ 979750 h 3741103"/>
                <a:gd name="connsiteX12" fmla="*/ 26154 w 5069918"/>
                <a:gd name="connsiteY12" fmla="*/ 1425590 h 3741103"/>
                <a:gd name="connsiteX13" fmla="*/ 49170 w 5069918"/>
                <a:gd name="connsiteY13" fmla="*/ 1648182 h 3741103"/>
                <a:gd name="connsiteX14" fmla="*/ 119437 w 5069918"/>
                <a:gd name="connsiteY14" fmla="*/ 1861055 h 3741103"/>
                <a:gd name="connsiteX15" fmla="*/ 143672 w 5069918"/>
                <a:gd name="connsiteY15" fmla="*/ 1911947 h 3741103"/>
                <a:gd name="connsiteX16" fmla="*/ 170611 w 5069918"/>
                <a:gd name="connsiteY16" fmla="*/ 1961687 h 3741103"/>
                <a:gd name="connsiteX17" fmla="*/ 230330 w 5069918"/>
                <a:gd name="connsiteY17" fmla="*/ 2058118 h 3741103"/>
                <a:gd name="connsiteX18" fmla="*/ 296237 w 5069918"/>
                <a:gd name="connsiteY18" fmla="*/ 2151255 h 3741103"/>
                <a:gd name="connsiteX19" fmla="*/ 366853 w 5069918"/>
                <a:gd name="connsiteY19" fmla="*/ 2241757 h 3741103"/>
                <a:gd name="connsiteX20" fmla="*/ 513838 w 5069918"/>
                <a:gd name="connsiteY20" fmla="*/ 2420786 h 3741103"/>
                <a:gd name="connsiteX21" fmla="*/ 587330 w 5069918"/>
                <a:gd name="connsiteY21" fmla="*/ 2511534 h 3741103"/>
                <a:gd name="connsiteX22" fmla="*/ 658817 w 5069918"/>
                <a:gd name="connsiteY22" fmla="*/ 2603437 h 3741103"/>
                <a:gd name="connsiteX23" fmla="*/ 730305 w 5069918"/>
                <a:gd name="connsiteY23" fmla="*/ 2692210 h 3741103"/>
                <a:gd name="connsiteX24" fmla="*/ 805018 w 5069918"/>
                <a:gd name="connsiteY24" fmla="*/ 2777936 h 3741103"/>
                <a:gd name="connsiteX25" fmla="*/ 963424 w 5069918"/>
                <a:gd name="connsiteY25" fmla="*/ 2939588 h 3741103"/>
                <a:gd name="connsiteX26" fmla="*/ 1319204 w 5069918"/>
                <a:gd name="connsiteY26" fmla="*/ 3209447 h 3741103"/>
                <a:gd name="connsiteX27" fmla="*/ 1515882 w 5069918"/>
                <a:gd name="connsiteY27" fmla="*/ 3310902 h 3741103"/>
                <a:gd name="connsiteX28" fmla="*/ 1723456 w 5069918"/>
                <a:gd name="connsiteY28" fmla="*/ 3387570 h 3741103"/>
                <a:gd name="connsiteX29" fmla="*/ 1939662 w 5069918"/>
                <a:gd name="connsiteY29" fmla="*/ 3440520 h 3741103"/>
                <a:gd name="connsiteX30" fmla="*/ 2162581 w 5069918"/>
                <a:gd name="connsiteY30" fmla="*/ 3470167 h 3741103"/>
                <a:gd name="connsiteX31" fmla="*/ 2389597 w 5069918"/>
                <a:gd name="connsiteY31" fmla="*/ 3479472 h 3741103"/>
                <a:gd name="connsiteX32" fmla="*/ 2446002 w 5069918"/>
                <a:gd name="connsiteY32" fmla="*/ 3479059 h 3741103"/>
                <a:gd name="connsiteX33" fmla="*/ 2473639 w 5069918"/>
                <a:gd name="connsiteY33" fmla="*/ 3478402 h 3741103"/>
                <a:gd name="connsiteX34" fmla="*/ 2501187 w 5069918"/>
                <a:gd name="connsiteY34" fmla="*/ 3477083 h 3741103"/>
                <a:gd name="connsiteX35" fmla="*/ 2610685 w 5069918"/>
                <a:gd name="connsiteY35" fmla="*/ 3468025 h 3741103"/>
                <a:gd name="connsiteX36" fmla="*/ 3033071 w 5069918"/>
                <a:gd name="connsiteY36" fmla="*/ 3360230 h 3741103"/>
                <a:gd name="connsiteX37" fmla="*/ 3232974 w 5069918"/>
                <a:gd name="connsiteY37" fmla="*/ 3266681 h 3741103"/>
                <a:gd name="connsiteX38" fmla="*/ 3425990 w 5069918"/>
                <a:gd name="connsiteY38" fmla="*/ 3152873 h 3741103"/>
                <a:gd name="connsiteX39" fmla="*/ 3613601 w 5069918"/>
                <a:gd name="connsiteY39" fmla="*/ 3024078 h 3741103"/>
                <a:gd name="connsiteX40" fmla="*/ 3706185 w 5069918"/>
                <a:gd name="connsiteY40" fmla="*/ 2955893 h 3741103"/>
                <a:gd name="connsiteX41" fmla="*/ 3799729 w 5069918"/>
                <a:gd name="connsiteY41" fmla="*/ 2885155 h 3741103"/>
                <a:gd name="connsiteX42" fmla="*/ 4175561 w 5069918"/>
                <a:gd name="connsiteY42" fmla="*/ 2606072 h 3741103"/>
                <a:gd name="connsiteX43" fmla="*/ 4517132 w 5069918"/>
                <a:gd name="connsiteY43" fmla="*/ 2312331 h 3741103"/>
                <a:gd name="connsiteX44" fmla="*/ 4659758 w 5069918"/>
                <a:gd name="connsiteY44" fmla="*/ 2148703 h 3741103"/>
                <a:gd name="connsiteX45" fmla="*/ 4773178 w 5069918"/>
                <a:gd name="connsiteY45" fmla="*/ 1969674 h 3741103"/>
                <a:gd name="connsiteX46" fmla="*/ 4892092 w 5069918"/>
                <a:gd name="connsiteY46" fmla="*/ 1567562 h 3741103"/>
                <a:gd name="connsiteX47" fmla="*/ 4898804 w 5069918"/>
                <a:gd name="connsiteY47" fmla="*/ 1460754 h 3741103"/>
                <a:gd name="connsiteX48" fmla="*/ 4899153 w 5069918"/>
                <a:gd name="connsiteY48" fmla="*/ 1406239 h 3741103"/>
                <a:gd name="connsiteX49" fmla="*/ 4898456 w 5069918"/>
                <a:gd name="connsiteY49" fmla="*/ 1350735 h 3741103"/>
                <a:gd name="connsiteX50" fmla="*/ 4886774 w 5069918"/>
                <a:gd name="connsiteY50" fmla="*/ 1128886 h 3741103"/>
                <a:gd name="connsiteX51" fmla="*/ 4815896 w 5069918"/>
                <a:gd name="connsiteY51" fmla="*/ 689221 h 3741103"/>
                <a:gd name="connsiteX52" fmla="*/ 4673183 w 5069918"/>
                <a:gd name="connsiteY52" fmla="*/ 264874 h 3741103"/>
                <a:gd name="connsiteX53" fmla="*/ 4625496 w 5069918"/>
                <a:gd name="connsiteY53" fmla="*/ 162925 h 3741103"/>
                <a:gd name="connsiteX54" fmla="*/ 4572490 w 5069918"/>
                <a:gd name="connsiteY54" fmla="*/ 63364 h 3741103"/>
                <a:gd name="connsiteX55" fmla="*/ 4532299 w 5069918"/>
                <a:gd name="connsiteY55" fmla="*/ 0 h 3741103"/>
                <a:gd name="connsiteX56" fmla="*/ 4626680 w 5069918"/>
                <a:gd name="connsiteY56" fmla="*/ 0 h 3741103"/>
                <a:gd name="connsiteX57" fmla="*/ 4643978 w 5069918"/>
                <a:gd name="connsiteY57" fmla="*/ 26636 h 3741103"/>
                <a:gd name="connsiteX58" fmla="*/ 4700644 w 5069918"/>
                <a:gd name="connsiteY58" fmla="*/ 128338 h 3741103"/>
                <a:gd name="connsiteX59" fmla="*/ 4753214 w 5069918"/>
                <a:gd name="connsiteY59" fmla="*/ 232016 h 3741103"/>
                <a:gd name="connsiteX60" fmla="*/ 4921297 w 5069918"/>
                <a:gd name="connsiteY60" fmla="*/ 663363 h 3741103"/>
                <a:gd name="connsiteX61" fmla="*/ 5027482 w 5069918"/>
                <a:gd name="connsiteY61" fmla="*/ 1112991 h 3741103"/>
                <a:gd name="connsiteX62" fmla="*/ 5058082 w 5069918"/>
                <a:gd name="connsiteY62" fmla="*/ 1342088 h 3741103"/>
                <a:gd name="connsiteX63" fmla="*/ 5063486 w 5069918"/>
                <a:gd name="connsiteY63" fmla="*/ 1399651 h 3741103"/>
                <a:gd name="connsiteX64" fmla="*/ 5067846 w 5069918"/>
                <a:gd name="connsiteY64" fmla="*/ 1458284 h 3741103"/>
                <a:gd name="connsiteX65" fmla="*/ 5069414 w 5069918"/>
                <a:gd name="connsiteY65" fmla="*/ 1577772 h 3741103"/>
                <a:gd name="connsiteX66" fmla="*/ 5040732 w 5069918"/>
                <a:gd name="connsiteY66" fmla="*/ 1817822 h 3741103"/>
                <a:gd name="connsiteX67" fmla="*/ 4964102 w 5069918"/>
                <a:gd name="connsiteY67" fmla="*/ 2050871 h 3741103"/>
                <a:gd name="connsiteX68" fmla="*/ 4689486 w 5069918"/>
                <a:gd name="connsiteY68" fmla="*/ 2458008 h 3741103"/>
                <a:gd name="connsiteX69" fmla="*/ 4333792 w 5069918"/>
                <a:gd name="connsiteY69" fmla="*/ 2784606 h 3741103"/>
                <a:gd name="connsiteX70" fmla="*/ 3965197 w 5069918"/>
                <a:gd name="connsiteY70" fmla="*/ 3076041 h 3741103"/>
                <a:gd name="connsiteX71" fmla="*/ 3873745 w 5069918"/>
                <a:gd name="connsiteY71" fmla="*/ 3149167 h 3741103"/>
                <a:gd name="connsiteX72" fmla="*/ 3779416 w 5069918"/>
                <a:gd name="connsiteY72" fmla="*/ 3222705 h 3741103"/>
                <a:gd name="connsiteX73" fmla="*/ 3582739 w 5069918"/>
                <a:gd name="connsiteY73" fmla="*/ 3364594 h 3741103"/>
                <a:gd name="connsiteX74" fmla="*/ 3371851 w 5069918"/>
                <a:gd name="connsiteY74" fmla="*/ 3494377 h 3741103"/>
                <a:gd name="connsiteX75" fmla="*/ 3143615 w 5069918"/>
                <a:gd name="connsiteY75" fmla="*/ 3603819 h 3741103"/>
                <a:gd name="connsiteX76" fmla="*/ 2643552 w 5069918"/>
                <a:gd name="connsiteY76" fmla="*/ 3730555 h 3741103"/>
                <a:gd name="connsiteX77" fmla="*/ 2514264 w 5069918"/>
                <a:gd name="connsiteY77" fmla="*/ 3739696 h 3741103"/>
                <a:gd name="connsiteX78" fmla="*/ 2481920 w 5069918"/>
                <a:gd name="connsiteY78" fmla="*/ 3740849 h 3741103"/>
                <a:gd name="connsiteX79" fmla="*/ 2449664 w 5069918"/>
                <a:gd name="connsiteY79" fmla="*/ 3741014 h 3741103"/>
                <a:gd name="connsiteX80" fmla="*/ 2386284 w 5069918"/>
                <a:gd name="connsiteY80" fmla="*/ 3740273 h 3741103"/>
                <a:gd name="connsiteX81" fmla="*/ 2260658 w 5069918"/>
                <a:gd name="connsiteY81" fmla="*/ 3735331 h 3741103"/>
                <a:gd name="connsiteX82" fmla="*/ 2134945 w 5069918"/>
                <a:gd name="connsiteY82" fmla="*/ 3723967 h 3741103"/>
                <a:gd name="connsiteX83" fmla="*/ 1884564 w 5069918"/>
                <a:gd name="connsiteY83" fmla="*/ 3683451 h 3741103"/>
                <a:gd name="connsiteX84" fmla="*/ 1639764 w 5069918"/>
                <a:gd name="connsiteY84" fmla="*/ 3613537 h 3741103"/>
                <a:gd name="connsiteX85" fmla="*/ 1407081 w 5069918"/>
                <a:gd name="connsiteY85" fmla="*/ 3512164 h 3741103"/>
                <a:gd name="connsiteX86" fmla="*/ 1193491 w 5069918"/>
                <a:gd name="connsiteY86" fmla="*/ 3380240 h 3741103"/>
                <a:gd name="connsiteX87" fmla="*/ 836141 w 5069918"/>
                <a:gd name="connsiteY87" fmla="*/ 3047878 h 3741103"/>
                <a:gd name="connsiteX88" fmla="*/ 690812 w 5069918"/>
                <a:gd name="connsiteY88" fmla="*/ 2859461 h 3741103"/>
                <a:gd name="connsiteX89" fmla="*/ 562397 w 5069918"/>
                <a:gd name="connsiteY89" fmla="*/ 2662976 h 3741103"/>
                <a:gd name="connsiteX90" fmla="*/ 502504 w 5069918"/>
                <a:gd name="connsiteY90" fmla="*/ 2565474 h 3741103"/>
                <a:gd name="connsiteX91" fmla="*/ 440258 w 5069918"/>
                <a:gd name="connsiteY91" fmla="*/ 2469619 h 3741103"/>
                <a:gd name="connsiteX92" fmla="*/ 310360 w 5069918"/>
                <a:gd name="connsiteY92" fmla="*/ 2278732 h 3741103"/>
                <a:gd name="connsiteX93" fmla="*/ 246806 w 5069918"/>
                <a:gd name="connsiteY93" fmla="*/ 2181642 h 3741103"/>
                <a:gd name="connsiteX94" fmla="*/ 186303 w 5069918"/>
                <a:gd name="connsiteY94" fmla="*/ 2082411 h 3741103"/>
                <a:gd name="connsiteX95" fmla="*/ 84390 w 5069918"/>
                <a:gd name="connsiteY95" fmla="*/ 1874231 h 3741103"/>
                <a:gd name="connsiteX96" fmla="*/ 20139 w 5069918"/>
                <a:gd name="connsiteY96" fmla="*/ 1653288 h 3741103"/>
                <a:gd name="connsiteX97" fmla="*/ 0 w 5069918"/>
                <a:gd name="connsiteY97" fmla="*/ 1425590 h 3741103"/>
                <a:gd name="connsiteX98" fmla="*/ 179939 w 5069918"/>
                <a:gd name="connsiteY98" fmla="*/ 533498 h 3741103"/>
                <a:gd name="connsiteX99" fmla="*/ 276709 w 5069918"/>
                <a:gd name="connsiteY99" fmla="*/ 322519 h 3741103"/>
                <a:gd name="connsiteX100" fmla="*/ 392571 w 5069918"/>
                <a:gd name="connsiteY100" fmla="*/ 119280 h 3741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5069918" h="3741103">
                  <a:moveTo>
                    <a:pt x="475344" y="0"/>
                  </a:moveTo>
                  <a:lnTo>
                    <a:pt x="643707" y="0"/>
                  </a:lnTo>
                  <a:lnTo>
                    <a:pt x="635672" y="7778"/>
                  </a:lnTo>
                  <a:cubicBezTo>
                    <a:pt x="583538" y="62643"/>
                    <a:pt x="533759" y="119691"/>
                    <a:pt x="486638" y="178818"/>
                  </a:cubicBezTo>
                  <a:cubicBezTo>
                    <a:pt x="439560" y="237945"/>
                    <a:pt x="395012" y="299131"/>
                    <a:pt x="353514" y="362293"/>
                  </a:cubicBezTo>
                  <a:cubicBezTo>
                    <a:pt x="312714" y="425784"/>
                    <a:pt x="274180" y="490841"/>
                    <a:pt x="240181" y="558120"/>
                  </a:cubicBezTo>
                  <a:cubicBezTo>
                    <a:pt x="231376" y="574838"/>
                    <a:pt x="223180" y="591801"/>
                    <a:pt x="215073" y="608766"/>
                  </a:cubicBezTo>
                  <a:lnTo>
                    <a:pt x="202868" y="634294"/>
                  </a:lnTo>
                  <a:lnTo>
                    <a:pt x="191273" y="660069"/>
                  </a:lnTo>
                  <a:cubicBezTo>
                    <a:pt x="183688" y="677280"/>
                    <a:pt x="176016" y="694491"/>
                    <a:pt x="169129" y="712032"/>
                  </a:cubicBezTo>
                  <a:cubicBezTo>
                    <a:pt x="162242" y="729572"/>
                    <a:pt x="154658" y="746866"/>
                    <a:pt x="148381" y="764571"/>
                  </a:cubicBezTo>
                  <a:cubicBezTo>
                    <a:pt x="121529" y="834897"/>
                    <a:pt x="98775" y="906706"/>
                    <a:pt x="80903" y="979750"/>
                  </a:cubicBezTo>
                  <a:cubicBezTo>
                    <a:pt x="44636" y="1125509"/>
                    <a:pt x="26067" y="1275550"/>
                    <a:pt x="26154" y="1425590"/>
                  </a:cubicBezTo>
                  <a:cubicBezTo>
                    <a:pt x="26590" y="1500365"/>
                    <a:pt x="34001" y="1574973"/>
                    <a:pt x="49170" y="1648182"/>
                  </a:cubicBezTo>
                  <a:cubicBezTo>
                    <a:pt x="65124" y="1721226"/>
                    <a:pt x="88226" y="1792705"/>
                    <a:pt x="119437" y="1861055"/>
                  </a:cubicBezTo>
                  <a:cubicBezTo>
                    <a:pt x="126847" y="1878267"/>
                    <a:pt x="135478" y="1895066"/>
                    <a:pt x="143672" y="1911947"/>
                  </a:cubicBezTo>
                  <a:cubicBezTo>
                    <a:pt x="152565" y="1928582"/>
                    <a:pt x="161021" y="1945381"/>
                    <a:pt x="170611" y="1961687"/>
                  </a:cubicBezTo>
                  <a:cubicBezTo>
                    <a:pt x="188919" y="1994626"/>
                    <a:pt x="209319" y="2026578"/>
                    <a:pt x="230330" y="2058118"/>
                  </a:cubicBezTo>
                  <a:cubicBezTo>
                    <a:pt x="251253" y="2089740"/>
                    <a:pt x="273658" y="2120539"/>
                    <a:pt x="296237" y="2151255"/>
                  </a:cubicBezTo>
                  <a:cubicBezTo>
                    <a:pt x="319165" y="2181725"/>
                    <a:pt x="342966" y="2211782"/>
                    <a:pt x="366853" y="2241757"/>
                  </a:cubicBezTo>
                  <a:cubicBezTo>
                    <a:pt x="414714" y="2301791"/>
                    <a:pt x="464756" y="2360588"/>
                    <a:pt x="513838" y="2420786"/>
                  </a:cubicBezTo>
                  <a:cubicBezTo>
                    <a:pt x="538509" y="2450761"/>
                    <a:pt x="563094" y="2480983"/>
                    <a:pt x="587330" y="2511534"/>
                  </a:cubicBezTo>
                  <a:cubicBezTo>
                    <a:pt x="611479" y="2541839"/>
                    <a:pt x="635453" y="2574038"/>
                    <a:pt x="658817" y="2603437"/>
                  </a:cubicBezTo>
                  <a:cubicBezTo>
                    <a:pt x="682008" y="2633577"/>
                    <a:pt x="706330" y="2662811"/>
                    <a:pt x="730305" y="2692210"/>
                  </a:cubicBezTo>
                  <a:cubicBezTo>
                    <a:pt x="754977" y="2721115"/>
                    <a:pt x="779474" y="2750019"/>
                    <a:pt x="805018" y="2777936"/>
                  </a:cubicBezTo>
                  <a:cubicBezTo>
                    <a:pt x="855757" y="2834098"/>
                    <a:pt x="908500" y="2888202"/>
                    <a:pt x="963424" y="2939588"/>
                  </a:cubicBezTo>
                  <a:cubicBezTo>
                    <a:pt x="1073444" y="3042113"/>
                    <a:pt x="1192183" y="3133604"/>
                    <a:pt x="1319204" y="3209447"/>
                  </a:cubicBezTo>
                  <a:cubicBezTo>
                    <a:pt x="1382846" y="3247164"/>
                    <a:pt x="1448143" y="3281751"/>
                    <a:pt x="1515882" y="3310902"/>
                  </a:cubicBezTo>
                  <a:cubicBezTo>
                    <a:pt x="1583184" y="3340877"/>
                    <a:pt x="1652666" y="3366159"/>
                    <a:pt x="1723456" y="3387570"/>
                  </a:cubicBezTo>
                  <a:cubicBezTo>
                    <a:pt x="1794246" y="3409063"/>
                    <a:pt x="1866431" y="3426439"/>
                    <a:pt x="1939662" y="3440520"/>
                  </a:cubicBezTo>
                  <a:cubicBezTo>
                    <a:pt x="2012981" y="3454355"/>
                    <a:pt x="2087519" y="3463825"/>
                    <a:pt x="2162581" y="3470167"/>
                  </a:cubicBezTo>
                  <a:cubicBezTo>
                    <a:pt x="2237643" y="3476589"/>
                    <a:pt x="2313489" y="3479390"/>
                    <a:pt x="2389597" y="3479472"/>
                  </a:cubicBezTo>
                  <a:cubicBezTo>
                    <a:pt x="2408602" y="3479472"/>
                    <a:pt x="2427869" y="3479801"/>
                    <a:pt x="2446002" y="3479059"/>
                  </a:cubicBezTo>
                  <a:lnTo>
                    <a:pt x="2473639" y="3478402"/>
                  </a:lnTo>
                  <a:lnTo>
                    <a:pt x="2501187" y="3477083"/>
                  </a:lnTo>
                  <a:cubicBezTo>
                    <a:pt x="2537890" y="3475519"/>
                    <a:pt x="2574418" y="3472060"/>
                    <a:pt x="2610685" y="3468025"/>
                  </a:cubicBezTo>
                  <a:cubicBezTo>
                    <a:pt x="2755926" y="3451226"/>
                    <a:pt x="2897244" y="3414415"/>
                    <a:pt x="3033071" y="3360230"/>
                  </a:cubicBezTo>
                  <a:cubicBezTo>
                    <a:pt x="3101158" y="3333383"/>
                    <a:pt x="3167589" y="3301514"/>
                    <a:pt x="3232974" y="3266681"/>
                  </a:cubicBezTo>
                  <a:cubicBezTo>
                    <a:pt x="3298446" y="3232011"/>
                    <a:pt x="3362697" y="3193554"/>
                    <a:pt x="3425990" y="3152873"/>
                  </a:cubicBezTo>
                  <a:cubicBezTo>
                    <a:pt x="3489282" y="3112110"/>
                    <a:pt x="3551529" y="3068712"/>
                    <a:pt x="3613601" y="3024078"/>
                  </a:cubicBezTo>
                  <a:cubicBezTo>
                    <a:pt x="3644549" y="3001762"/>
                    <a:pt x="3675411" y="2978868"/>
                    <a:pt x="3706185" y="2955893"/>
                  </a:cubicBezTo>
                  <a:lnTo>
                    <a:pt x="3799729" y="2885155"/>
                  </a:lnTo>
                  <a:cubicBezTo>
                    <a:pt x="3926402" y="2790205"/>
                    <a:pt x="4053597" y="2699374"/>
                    <a:pt x="4175561" y="2606072"/>
                  </a:cubicBezTo>
                  <a:cubicBezTo>
                    <a:pt x="4297526" y="2512852"/>
                    <a:pt x="4414084" y="2416833"/>
                    <a:pt x="4517132" y="2312331"/>
                  </a:cubicBezTo>
                  <a:cubicBezTo>
                    <a:pt x="4568480" y="2259956"/>
                    <a:pt x="4616604" y="2205689"/>
                    <a:pt x="4659758" y="2148703"/>
                  </a:cubicBezTo>
                  <a:cubicBezTo>
                    <a:pt x="4702650" y="2091634"/>
                    <a:pt x="4741184" y="2032096"/>
                    <a:pt x="4773178" y="1969674"/>
                  </a:cubicBezTo>
                  <a:cubicBezTo>
                    <a:pt x="4837865" y="1845080"/>
                    <a:pt x="4877446" y="1709038"/>
                    <a:pt x="4892092" y="1567562"/>
                  </a:cubicBezTo>
                  <a:cubicBezTo>
                    <a:pt x="4895666" y="1532233"/>
                    <a:pt x="4897845" y="1496576"/>
                    <a:pt x="4898804" y="1460754"/>
                  </a:cubicBezTo>
                  <a:cubicBezTo>
                    <a:pt x="4899066" y="1442884"/>
                    <a:pt x="4899414" y="1425015"/>
                    <a:pt x="4899153" y="1406239"/>
                  </a:cubicBezTo>
                  <a:cubicBezTo>
                    <a:pt x="4898979" y="1387711"/>
                    <a:pt x="4899066" y="1369263"/>
                    <a:pt x="4898456" y="1350735"/>
                  </a:cubicBezTo>
                  <a:cubicBezTo>
                    <a:pt x="4896974" y="1276703"/>
                    <a:pt x="4893226" y="1202753"/>
                    <a:pt x="4886774" y="1128886"/>
                  </a:cubicBezTo>
                  <a:cubicBezTo>
                    <a:pt x="4873610" y="981232"/>
                    <a:pt x="4851030" y="833991"/>
                    <a:pt x="4815896" y="689221"/>
                  </a:cubicBezTo>
                  <a:cubicBezTo>
                    <a:pt x="4780676" y="544533"/>
                    <a:pt x="4733860" y="402068"/>
                    <a:pt x="4673183" y="264874"/>
                  </a:cubicBezTo>
                  <a:cubicBezTo>
                    <a:pt x="4658101" y="230533"/>
                    <a:pt x="4642147" y="196605"/>
                    <a:pt x="4625496" y="162925"/>
                  </a:cubicBezTo>
                  <a:cubicBezTo>
                    <a:pt x="4608583" y="129326"/>
                    <a:pt x="4590885" y="96222"/>
                    <a:pt x="4572490" y="63364"/>
                  </a:cubicBezTo>
                  <a:lnTo>
                    <a:pt x="4532299" y="0"/>
                  </a:lnTo>
                  <a:lnTo>
                    <a:pt x="4626680" y="0"/>
                  </a:lnTo>
                  <a:lnTo>
                    <a:pt x="4643978" y="26636"/>
                  </a:lnTo>
                  <a:cubicBezTo>
                    <a:pt x="4663594" y="60152"/>
                    <a:pt x="4682598" y="94080"/>
                    <a:pt x="4700644" y="128338"/>
                  </a:cubicBezTo>
                  <a:cubicBezTo>
                    <a:pt x="4718866" y="162595"/>
                    <a:pt x="4736476" y="197100"/>
                    <a:pt x="4753214" y="232016"/>
                  </a:cubicBezTo>
                  <a:cubicBezTo>
                    <a:pt x="4820082" y="371681"/>
                    <a:pt x="4875964" y="515957"/>
                    <a:pt x="4921297" y="663363"/>
                  </a:cubicBezTo>
                  <a:cubicBezTo>
                    <a:pt x="4966630" y="810687"/>
                    <a:pt x="5002460" y="960975"/>
                    <a:pt x="5027482" y="1112991"/>
                  </a:cubicBezTo>
                  <a:cubicBezTo>
                    <a:pt x="5040123" y="1189000"/>
                    <a:pt x="5050323" y="1265421"/>
                    <a:pt x="5058082" y="1342088"/>
                  </a:cubicBezTo>
                  <a:cubicBezTo>
                    <a:pt x="5060261" y="1361276"/>
                    <a:pt x="5061743" y="1380464"/>
                    <a:pt x="5063486" y="1399651"/>
                  </a:cubicBezTo>
                  <a:cubicBezTo>
                    <a:pt x="5065318" y="1418591"/>
                    <a:pt x="5066625" y="1438437"/>
                    <a:pt x="5067846" y="1458284"/>
                  </a:cubicBezTo>
                  <a:cubicBezTo>
                    <a:pt x="5069851" y="1497894"/>
                    <a:pt x="5070461" y="1537751"/>
                    <a:pt x="5069414" y="1577772"/>
                  </a:cubicBezTo>
                  <a:cubicBezTo>
                    <a:pt x="5067060" y="1657734"/>
                    <a:pt x="5057820" y="1738272"/>
                    <a:pt x="5040732" y="1817822"/>
                  </a:cubicBezTo>
                  <a:cubicBezTo>
                    <a:pt x="5023123" y="1897289"/>
                    <a:pt x="4997578" y="1975686"/>
                    <a:pt x="4964102" y="2050871"/>
                  </a:cubicBezTo>
                  <a:cubicBezTo>
                    <a:pt x="4897409" y="2201736"/>
                    <a:pt x="4799942" y="2338271"/>
                    <a:pt x="4689486" y="2458008"/>
                  </a:cubicBezTo>
                  <a:cubicBezTo>
                    <a:pt x="4579116" y="2578485"/>
                    <a:pt x="4456716" y="2684139"/>
                    <a:pt x="4333792" y="2784606"/>
                  </a:cubicBezTo>
                  <a:cubicBezTo>
                    <a:pt x="4210520" y="2884908"/>
                    <a:pt x="4085853" y="2979775"/>
                    <a:pt x="3965197" y="3076041"/>
                  </a:cubicBezTo>
                  <a:lnTo>
                    <a:pt x="3873745" y="3149167"/>
                  </a:lnTo>
                  <a:cubicBezTo>
                    <a:pt x="3842621" y="3173790"/>
                    <a:pt x="3811325" y="3198413"/>
                    <a:pt x="3779416" y="3222705"/>
                  </a:cubicBezTo>
                  <a:cubicBezTo>
                    <a:pt x="3715863" y="3271374"/>
                    <a:pt x="3650652" y="3319055"/>
                    <a:pt x="3582739" y="3364594"/>
                  </a:cubicBezTo>
                  <a:cubicBezTo>
                    <a:pt x="3514913" y="3410051"/>
                    <a:pt x="3445170" y="3454190"/>
                    <a:pt x="3371851" y="3494377"/>
                  </a:cubicBezTo>
                  <a:cubicBezTo>
                    <a:pt x="3298533" y="3534481"/>
                    <a:pt x="3222687" y="3571703"/>
                    <a:pt x="3143615" y="3603819"/>
                  </a:cubicBezTo>
                  <a:cubicBezTo>
                    <a:pt x="2985994" y="3668876"/>
                    <a:pt x="2815732" y="3712356"/>
                    <a:pt x="2643552" y="3730555"/>
                  </a:cubicBezTo>
                  <a:cubicBezTo>
                    <a:pt x="2600484" y="3734838"/>
                    <a:pt x="2557331" y="3738297"/>
                    <a:pt x="2514264" y="3739696"/>
                  </a:cubicBezTo>
                  <a:lnTo>
                    <a:pt x="2481920" y="3740849"/>
                  </a:lnTo>
                  <a:lnTo>
                    <a:pt x="2449664" y="3741014"/>
                  </a:lnTo>
                  <a:cubicBezTo>
                    <a:pt x="2427869" y="3741343"/>
                    <a:pt x="2407207" y="3740685"/>
                    <a:pt x="2386284" y="3740273"/>
                  </a:cubicBezTo>
                  <a:cubicBezTo>
                    <a:pt x="2344525" y="3739779"/>
                    <a:pt x="2302505" y="3737391"/>
                    <a:pt x="2260658" y="3735331"/>
                  </a:cubicBezTo>
                  <a:cubicBezTo>
                    <a:pt x="2218725" y="3732038"/>
                    <a:pt x="2176791" y="3728991"/>
                    <a:pt x="2134945" y="3723967"/>
                  </a:cubicBezTo>
                  <a:cubicBezTo>
                    <a:pt x="2051165" y="3714497"/>
                    <a:pt x="1967473" y="3701568"/>
                    <a:pt x="1884564" y="3683451"/>
                  </a:cubicBezTo>
                  <a:cubicBezTo>
                    <a:pt x="1801657" y="3665335"/>
                    <a:pt x="1719708" y="3642029"/>
                    <a:pt x="1639764" y="3613537"/>
                  </a:cubicBezTo>
                  <a:cubicBezTo>
                    <a:pt x="1559820" y="3584961"/>
                    <a:pt x="1481969" y="3550869"/>
                    <a:pt x="1407081" y="3512164"/>
                  </a:cubicBezTo>
                  <a:cubicBezTo>
                    <a:pt x="1332455" y="3472884"/>
                    <a:pt x="1260794" y="3428992"/>
                    <a:pt x="1193491" y="3380240"/>
                  </a:cubicBezTo>
                  <a:cubicBezTo>
                    <a:pt x="1058362" y="3283233"/>
                    <a:pt x="939973" y="3169508"/>
                    <a:pt x="836141" y="3047878"/>
                  </a:cubicBezTo>
                  <a:cubicBezTo>
                    <a:pt x="784444" y="2986774"/>
                    <a:pt x="736321" y="2923695"/>
                    <a:pt x="690812" y="2859461"/>
                  </a:cubicBezTo>
                  <a:cubicBezTo>
                    <a:pt x="645217" y="2795229"/>
                    <a:pt x="602674" y="2729596"/>
                    <a:pt x="562397" y="2662976"/>
                  </a:cubicBezTo>
                  <a:cubicBezTo>
                    <a:pt x="541823" y="2629295"/>
                    <a:pt x="522992" y="2597755"/>
                    <a:pt x="502504" y="2565474"/>
                  </a:cubicBezTo>
                  <a:cubicBezTo>
                    <a:pt x="482192" y="2533440"/>
                    <a:pt x="461530" y="2501406"/>
                    <a:pt x="440258" y="2469619"/>
                  </a:cubicBezTo>
                  <a:lnTo>
                    <a:pt x="310360" y="2278732"/>
                  </a:lnTo>
                  <a:cubicBezTo>
                    <a:pt x="288826" y="2246616"/>
                    <a:pt x="267555" y="2214335"/>
                    <a:pt x="246806" y="2181642"/>
                  </a:cubicBezTo>
                  <a:cubicBezTo>
                    <a:pt x="226057" y="2148949"/>
                    <a:pt x="205483" y="2116174"/>
                    <a:pt x="186303" y="2082411"/>
                  </a:cubicBezTo>
                  <a:cubicBezTo>
                    <a:pt x="147857" y="2015213"/>
                    <a:pt x="112550" y="1946041"/>
                    <a:pt x="84390" y="1874231"/>
                  </a:cubicBezTo>
                  <a:cubicBezTo>
                    <a:pt x="55708" y="1802669"/>
                    <a:pt x="34436" y="1728473"/>
                    <a:pt x="20139" y="1653288"/>
                  </a:cubicBezTo>
                  <a:cubicBezTo>
                    <a:pt x="6452" y="1578103"/>
                    <a:pt x="0" y="1501764"/>
                    <a:pt x="0" y="1425590"/>
                  </a:cubicBezTo>
                  <a:cubicBezTo>
                    <a:pt x="1133" y="1121885"/>
                    <a:pt x="63293" y="819004"/>
                    <a:pt x="179939" y="533498"/>
                  </a:cubicBezTo>
                  <a:cubicBezTo>
                    <a:pt x="209232" y="462183"/>
                    <a:pt x="240965" y="391527"/>
                    <a:pt x="276709" y="322519"/>
                  </a:cubicBezTo>
                  <a:cubicBezTo>
                    <a:pt x="311930" y="253262"/>
                    <a:pt x="350725" y="185489"/>
                    <a:pt x="392571" y="11928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8E67742-7BE5-458C-BC8D-9EE855763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2838" y="1"/>
              <a:ext cx="4960548" cy="3526297"/>
            </a:xfrm>
            <a:custGeom>
              <a:avLst/>
              <a:gdLst>
                <a:gd name="connsiteX0" fmla="*/ 542883 w 4960548"/>
                <a:gd name="connsiteY0" fmla="*/ 0 h 3526297"/>
                <a:gd name="connsiteX1" fmla="*/ 826658 w 4960548"/>
                <a:gd name="connsiteY1" fmla="*/ 0 h 3526297"/>
                <a:gd name="connsiteX2" fmla="*/ 730698 w 4960548"/>
                <a:gd name="connsiteY2" fmla="*/ 89329 h 3526297"/>
                <a:gd name="connsiteX3" fmla="*/ 590295 w 4960548"/>
                <a:gd name="connsiteY3" fmla="*/ 244485 h 3526297"/>
                <a:gd name="connsiteX4" fmla="*/ 357524 w 4960548"/>
                <a:gd name="connsiteY4" fmla="*/ 587307 h 3526297"/>
                <a:gd name="connsiteX5" fmla="*/ 199554 w 4960548"/>
                <a:gd name="connsiteY5" fmla="*/ 966280 h 3526297"/>
                <a:gd name="connsiteX6" fmla="*/ 142104 w 4960548"/>
                <a:gd name="connsiteY6" fmla="*/ 1370286 h 3526297"/>
                <a:gd name="connsiteX7" fmla="*/ 166339 w 4960548"/>
                <a:gd name="connsiteY7" fmla="*/ 1568090 h 3526297"/>
                <a:gd name="connsiteX8" fmla="*/ 237914 w 4960548"/>
                <a:gd name="connsiteY8" fmla="*/ 1753129 h 3526297"/>
                <a:gd name="connsiteX9" fmla="*/ 287868 w 4960548"/>
                <a:gd name="connsiteY9" fmla="*/ 1840255 h 3526297"/>
                <a:gd name="connsiteX10" fmla="*/ 345232 w 4960548"/>
                <a:gd name="connsiteY10" fmla="*/ 1924581 h 3526297"/>
                <a:gd name="connsiteX11" fmla="*/ 477745 w 4960548"/>
                <a:gd name="connsiteY11" fmla="*/ 2087551 h 3526297"/>
                <a:gd name="connsiteX12" fmla="*/ 621156 w 4960548"/>
                <a:gd name="connsiteY12" fmla="*/ 2251756 h 3526297"/>
                <a:gd name="connsiteX13" fmla="*/ 692469 w 4960548"/>
                <a:gd name="connsiteY13" fmla="*/ 2337482 h 3526297"/>
                <a:gd name="connsiteX14" fmla="*/ 726731 w 4960548"/>
                <a:gd name="connsiteY14" fmla="*/ 2379562 h 3526297"/>
                <a:gd name="connsiteX15" fmla="*/ 760295 w 4960548"/>
                <a:gd name="connsiteY15" fmla="*/ 2419831 h 3526297"/>
                <a:gd name="connsiteX16" fmla="*/ 1048685 w 4960548"/>
                <a:gd name="connsiteY16" fmla="*/ 2717443 h 3526297"/>
                <a:gd name="connsiteX17" fmla="*/ 1202035 w 4960548"/>
                <a:gd name="connsiteY17" fmla="*/ 2851344 h 3526297"/>
                <a:gd name="connsiteX18" fmla="*/ 1362620 w 4960548"/>
                <a:gd name="connsiteY18" fmla="*/ 2974785 h 3526297"/>
                <a:gd name="connsiteX19" fmla="*/ 1721364 w 4960548"/>
                <a:gd name="connsiteY19" fmla="*/ 3170036 h 3526297"/>
                <a:gd name="connsiteX20" fmla="*/ 1922052 w 4960548"/>
                <a:gd name="connsiteY20" fmla="*/ 3225210 h 3526297"/>
                <a:gd name="connsiteX21" fmla="*/ 1973488 w 4960548"/>
                <a:gd name="connsiteY21" fmla="*/ 3234928 h 3526297"/>
                <a:gd name="connsiteX22" fmla="*/ 2025360 w 4960548"/>
                <a:gd name="connsiteY22" fmla="*/ 3243080 h 3526297"/>
                <a:gd name="connsiteX23" fmla="*/ 2130063 w 4960548"/>
                <a:gd name="connsiteY23" fmla="*/ 3254774 h 3526297"/>
                <a:gd name="connsiteX24" fmla="*/ 2182719 w 4960548"/>
                <a:gd name="connsiteY24" fmla="*/ 3258562 h 3526297"/>
                <a:gd name="connsiteX25" fmla="*/ 2235551 w 4960548"/>
                <a:gd name="connsiteY25" fmla="*/ 3261197 h 3526297"/>
                <a:gd name="connsiteX26" fmla="*/ 2288556 w 4960548"/>
                <a:gd name="connsiteY26" fmla="*/ 3262350 h 3526297"/>
                <a:gd name="connsiteX27" fmla="*/ 2341648 w 4960548"/>
                <a:gd name="connsiteY27" fmla="*/ 3262103 h 3526297"/>
                <a:gd name="connsiteX28" fmla="*/ 2368238 w 4960548"/>
                <a:gd name="connsiteY28" fmla="*/ 3261856 h 3526297"/>
                <a:gd name="connsiteX29" fmla="*/ 2393869 w 4960548"/>
                <a:gd name="connsiteY29" fmla="*/ 3260785 h 3526297"/>
                <a:gd name="connsiteX30" fmla="*/ 2419413 w 4960548"/>
                <a:gd name="connsiteY30" fmla="*/ 3259550 h 3526297"/>
                <a:gd name="connsiteX31" fmla="*/ 2444869 w 4960548"/>
                <a:gd name="connsiteY31" fmla="*/ 3257574 h 3526297"/>
                <a:gd name="connsiteX32" fmla="*/ 2545824 w 4960548"/>
                <a:gd name="connsiteY32" fmla="*/ 3245798 h 3526297"/>
                <a:gd name="connsiteX33" fmla="*/ 2930373 w 4960548"/>
                <a:gd name="connsiteY33" fmla="*/ 3126555 h 3526297"/>
                <a:gd name="connsiteX34" fmla="*/ 3285631 w 4960548"/>
                <a:gd name="connsiteY34" fmla="*/ 2917552 h 3526297"/>
                <a:gd name="connsiteX35" fmla="*/ 3371764 w 4960548"/>
                <a:gd name="connsiteY35" fmla="*/ 2856120 h 3526297"/>
                <a:gd name="connsiteX36" fmla="*/ 3457898 w 4960548"/>
                <a:gd name="connsiteY36" fmla="*/ 2792628 h 3526297"/>
                <a:gd name="connsiteX37" fmla="*/ 3632344 w 4960548"/>
                <a:gd name="connsiteY37" fmla="*/ 2660869 h 3526297"/>
                <a:gd name="connsiteX38" fmla="*/ 3990915 w 4960548"/>
                <a:gd name="connsiteY38" fmla="*/ 2405832 h 3526297"/>
                <a:gd name="connsiteX39" fmla="*/ 4324988 w 4960548"/>
                <a:gd name="connsiteY39" fmla="*/ 2152196 h 3526297"/>
                <a:gd name="connsiteX40" fmla="*/ 4592106 w 4960548"/>
                <a:gd name="connsiteY40" fmla="*/ 1861501 h 3526297"/>
                <a:gd name="connsiteX41" fmla="*/ 4683122 w 4960548"/>
                <a:gd name="connsiteY41" fmla="*/ 1692521 h 3526297"/>
                <a:gd name="connsiteX42" fmla="*/ 4738568 w 4960548"/>
                <a:gd name="connsiteY42" fmla="*/ 1507893 h 3526297"/>
                <a:gd name="connsiteX43" fmla="*/ 4753912 w 4960548"/>
                <a:gd name="connsiteY43" fmla="*/ 1411050 h 3526297"/>
                <a:gd name="connsiteX44" fmla="*/ 4756440 w 4960548"/>
                <a:gd name="connsiteY44" fmla="*/ 1386509 h 3526297"/>
                <a:gd name="connsiteX45" fmla="*/ 4758358 w 4960548"/>
                <a:gd name="connsiteY45" fmla="*/ 1361475 h 3526297"/>
                <a:gd name="connsiteX46" fmla="*/ 4761148 w 4960548"/>
                <a:gd name="connsiteY46" fmla="*/ 1309759 h 3526297"/>
                <a:gd name="connsiteX47" fmla="*/ 4756354 w 4960548"/>
                <a:gd name="connsiteY47" fmla="*/ 1102980 h 3526297"/>
                <a:gd name="connsiteX48" fmla="*/ 4725578 w 4960548"/>
                <a:gd name="connsiteY48" fmla="*/ 898753 h 3526297"/>
                <a:gd name="connsiteX49" fmla="*/ 4673358 w 4960548"/>
                <a:gd name="connsiteY49" fmla="*/ 699384 h 3526297"/>
                <a:gd name="connsiteX50" fmla="*/ 4538491 w 4960548"/>
                <a:gd name="connsiteY50" fmla="*/ 312754 h 3526297"/>
                <a:gd name="connsiteX51" fmla="*/ 4446604 w 4960548"/>
                <a:gd name="connsiteY51" fmla="*/ 129196 h 3526297"/>
                <a:gd name="connsiteX52" fmla="*/ 4419840 w 4960548"/>
                <a:gd name="connsiteY52" fmla="*/ 85222 h 3526297"/>
                <a:gd name="connsiteX53" fmla="*/ 4391680 w 4960548"/>
                <a:gd name="connsiteY53" fmla="*/ 42071 h 3526297"/>
                <a:gd name="connsiteX54" fmla="*/ 4361930 w 4960548"/>
                <a:gd name="connsiteY54" fmla="*/ 0 h 3526297"/>
                <a:gd name="connsiteX55" fmla="*/ 4588871 w 4960548"/>
                <a:gd name="connsiteY55" fmla="*/ 0 h 3526297"/>
                <a:gd name="connsiteX56" fmla="*/ 4613640 w 4960548"/>
                <a:gd name="connsiteY56" fmla="*/ 38859 h 3526297"/>
                <a:gd name="connsiteX57" fmla="*/ 4724445 w 4960548"/>
                <a:gd name="connsiteY57" fmla="*/ 234687 h 3526297"/>
                <a:gd name="connsiteX58" fmla="*/ 4876138 w 4960548"/>
                <a:gd name="connsiteY58" fmla="*/ 653022 h 3526297"/>
                <a:gd name="connsiteX59" fmla="*/ 4911707 w 4960548"/>
                <a:gd name="connsiteY59" fmla="*/ 870671 h 3526297"/>
                <a:gd name="connsiteX60" fmla="*/ 4934810 w 4960548"/>
                <a:gd name="connsiteY60" fmla="*/ 1088487 h 3526297"/>
                <a:gd name="connsiteX61" fmla="*/ 4953206 w 4960548"/>
                <a:gd name="connsiteY61" fmla="*/ 1306301 h 3526297"/>
                <a:gd name="connsiteX62" fmla="*/ 4956954 w 4960548"/>
                <a:gd name="connsiteY62" fmla="*/ 1360899 h 3526297"/>
                <a:gd name="connsiteX63" fmla="*/ 4958610 w 4960548"/>
                <a:gd name="connsiteY63" fmla="*/ 1388980 h 3526297"/>
                <a:gd name="connsiteX64" fmla="*/ 4959830 w 4960548"/>
                <a:gd name="connsiteY64" fmla="*/ 1417555 h 3526297"/>
                <a:gd name="connsiteX65" fmla="*/ 4958174 w 4960548"/>
                <a:gd name="connsiteY65" fmla="*/ 1532680 h 3526297"/>
                <a:gd name="connsiteX66" fmla="*/ 4834030 w 4960548"/>
                <a:gd name="connsiteY66" fmla="*/ 1984861 h 3526297"/>
                <a:gd name="connsiteX67" fmla="*/ 4558106 w 4960548"/>
                <a:gd name="connsiteY67" fmla="*/ 2368857 h 3526297"/>
                <a:gd name="connsiteX68" fmla="*/ 4389936 w 4960548"/>
                <a:gd name="connsiteY68" fmla="*/ 2528945 h 3526297"/>
                <a:gd name="connsiteX69" fmla="*/ 4214618 w 4960548"/>
                <a:gd name="connsiteY69" fmla="*/ 2674457 h 3526297"/>
                <a:gd name="connsiteX70" fmla="*/ 3858489 w 4960548"/>
                <a:gd name="connsiteY70" fmla="*/ 2936658 h 3526297"/>
                <a:gd name="connsiteX71" fmla="*/ 3768868 w 4960548"/>
                <a:gd name="connsiteY71" fmla="*/ 3000643 h 3526297"/>
                <a:gd name="connsiteX72" fmla="*/ 3676806 w 4960548"/>
                <a:gd name="connsiteY72" fmla="*/ 3065040 h 3526297"/>
                <a:gd name="connsiteX73" fmla="*/ 3582477 w 4960548"/>
                <a:gd name="connsiteY73" fmla="*/ 3128614 h 3526297"/>
                <a:gd name="connsiteX74" fmla="*/ 3485185 w 4960548"/>
                <a:gd name="connsiteY74" fmla="*/ 3190377 h 3526297"/>
                <a:gd name="connsiteX75" fmla="*/ 3280923 w 4960548"/>
                <a:gd name="connsiteY75" fmla="*/ 3306325 h 3526297"/>
                <a:gd name="connsiteX76" fmla="*/ 3061230 w 4960548"/>
                <a:gd name="connsiteY76" fmla="*/ 3404897 h 3526297"/>
                <a:gd name="connsiteX77" fmla="*/ 2583137 w 4960548"/>
                <a:gd name="connsiteY77" fmla="*/ 3518292 h 3526297"/>
                <a:gd name="connsiteX78" fmla="*/ 2460038 w 4960548"/>
                <a:gd name="connsiteY78" fmla="*/ 3525622 h 3526297"/>
                <a:gd name="connsiteX79" fmla="*/ 2429264 w 4960548"/>
                <a:gd name="connsiteY79" fmla="*/ 3526280 h 3526297"/>
                <a:gd name="connsiteX80" fmla="*/ 2398576 w 4960548"/>
                <a:gd name="connsiteY80" fmla="*/ 3526116 h 3526297"/>
                <a:gd name="connsiteX81" fmla="*/ 2367977 w 4960548"/>
                <a:gd name="connsiteY81" fmla="*/ 3525786 h 3526297"/>
                <a:gd name="connsiteX82" fmla="*/ 2338249 w 4960548"/>
                <a:gd name="connsiteY82" fmla="*/ 3524716 h 3526297"/>
                <a:gd name="connsiteX83" fmla="*/ 2100770 w 4960548"/>
                <a:gd name="connsiteY83" fmla="*/ 3506845 h 3526297"/>
                <a:gd name="connsiteX84" fmla="*/ 1864776 w 4960548"/>
                <a:gd name="connsiteY84" fmla="*/ 3467483 h 3526297"/>
                <a:gd name="connsiteX85" fmla="*/ 1632964 w 4960548"/>
                <a:gd name="connsiteY85" fmla="*/ 3405803 h 3526297"/>
                <a:gd name="connsiteX86" fmla="*/ 1189219 w 4960548"/>
                <a:gd name="connsiteY86" fmla="*/ 3220352 h 3526297"/>
                <a:gd name="connsiteX87" fmla="*/ 815305 w 4960548"/>
                <a:gd name="connsiteY87" fmla="*/ 2931634 h 3526297"/>
                <a:gd name="connsiteX88" fmla="*/ 663699 w 4960548"/>
                <a:gd name="connsiteY88" fmla="*/ 2757877 h 3526297"/>
                <a:gd name="connsiteX89" fmla="*/ 531274 w 4960548"/>
                <a:gd name="connsiteY89" fmla="*/ 2573907 h 3526297"/>
                <a:gd name="connsiteX90" fmla="*/ 500325 w 4960548"/>
                <a:gd name="connsiteY90" fmla="*/ 2527051 h 3526297"/>
                <a:gd name="connsiteX91" fmla="*/ 470771 w 4960548"/>
                <a:gd name="connsiteY91" fmla="*/ 2481594 h 3526297"/>
                <a:gd name="connsiteX92" fmla="*/ 412448 w 4960548"/>
                <a:gd name="connsiteY92" fmla="*/ 2393479 h 3526297"/>
                <a:gd name="connsiteX93" fmla="*/ 291616 w 4960548"/>
                <a:gd name="connsiteY93" fmla="*/ 2213464 h 3526297"/>
                <a:gd name="connsiteX94" fmla="*/ 173662 w 4960548"/>
                <a:gd name="connsiteY94" fmla="*/ 2023154 h 3526297"/>
                <a:gd name="connsiteX95" fmla="*/ 120483 w 4960548"/>
                <a:gd name="connsiteY95" fmla="*/ 1922276 h 3526297"/>
                <a:gd name="connsiteX96" fmla="*/ 75324 w 4960548"/>
                <a:gd name="connsiteY96" fmla="*/ 1816703 h 3526297"/>
                <a:gd name="connsiteX97" fmla="*/ 40713 w 4960548"/>
                <a:gd name="connsiteY97" fmla="*/ 1707179 h 3526297"/>
                <a:gd name="connsiteX98" fmla="*/ 27811 w 4960548"/>
                <a:gd name="connsiteY98" fmla="*/ 1651346 h 3526297"/>
                <a:gd name="connsiteX99" fmla="*/ 22144 w 4960548"/>
                <a:gd name="connsiteY99" fmla="*/ 1623346 h 3526297"/>
                <a:gd name="connsiteX100" fmla="*/ 17436 w 4960548"/>
                <a:gd name="connsiteY100" fmla="*/ 1595265 h 3526297"/>
                <a:gd name="connsiteX101" fmla="*/ 0 w 4960548"/>
                <a:gd name="connsiteY101" fmla="*/ 1370286 h 3526297"/>
                <a:gd name="connsiteX102" fmla="*/ 48385 w 4960548"/>
                <a:gd name="connsiteY102" fmla="*/ 931939 h 3526297"/>
                <a:gd name="connsiteX103" fmla="*/ 193801 w 4960548"/>
                <a:gd name="connsiteY103" fmla="*/ 511957 h 3526297"/>
                <a:gd name="connsiteX104" fmla="*/ 431660 w 4960548"/>
                <a:gd name="connsiteY104" fmla="*/ 131379 h 3526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4960548" h="3526297">
                  <a:moveTo>
                    <a:pt x="542883" y="0"/>
                  </a:moveTo>
                  <a:lnTo>
                    <a:pt x="826658" y="0"/>
                  </a:lnTo>
                  <a:lnTo>
                    <a:pt x="730698" y="89329"/>
                  </a:lnTo>
                  <a:cubicBezTo>
                    <a:pt x="681528" y="139120"/>
                    <a:pt x="634626" y="190876"/>
                    <a:pt x="590295" y="244485"/>
                  </a:cubicBezTo>
                  <a:cubicBezTo>
                    <a:pt x="501458" y="351540"/>
                    <a:pt x="423083" y="466336"/>
                    <a:pt x="357524" y="587307"/>
                  </a:cubicBezTo>
                  <a:cubicBezTo>
                    <a:pt x="291965" y="708196"/>
                    <a:pt x="237391" y="834767"/>
                    <a:pt x="199554" y="966280"/>
                  </a:cubicBezTo>
                  <a:cubicBezTo>
                    <a:pt x="161632" y="1097463"/>
                    <a:pt x="142016" y="1233833"/>
                    <a:pt x="142104" y="1370286"/>
                  </a:cubicBezTo>
                  <a:cubicBezTo>
                    <a:pt x="142888" y="1437319"/>
                    <a:pt x="149862" y="1503858"/>
                    <a:pt x="166339" y="1568090"/>
                  </a:cubicBezTo>
                  <a:cubicBezTo>
                    <a:pt x="182555" y="1632405"/>
                    <a:pt x="207750" y="1693921"/>
                    <a:pt x="237914" y="1753129"/>
                  </a:cubicBezTo>
                  <a:cubicBezTo>
                    <a:pt x="253170" y="1782693"/>
                    <a:pt x="270084" y="1811680"/>
                    <a:pt x="287868" y="1840255"/>
                  </a:cubicBezTo>
                  <a:cubicBezTo>
                    <a:pt x="305914" y="1868748"/>
                    <a:pt x="325181" y="1896830"/>
                    <a:pt x="345232" y="1924581"/>
                  </a:cubicBezTo>
                  <a:cubicBezTo>
                    <a:pt x="385858" y="1979920"/>
                    <a:pt x="431017" y="2033612"/>
                    <a:pt x="477745" y="2087551"/>
                  </a:cubicBezTo>
                  <a:cubicBezTo>
                    <a:pt x="524474" y="2141573"/>
                    <a:pt x="573294" y="2195594"/>
                    <a:pt x="621156" y="2251756"/>
                  </a:cubicBezTo>
                  <a:cubicBezTo>
                    <a:pt x="645130" y="2279755"/>
                    <a:pt x="668843" y="2308412"/>
                    <a:pt x="692469" y="2337482"/>
                  </a:cubicBezTo>
                  <a:lnTo>
                    <a:pt x="726731" y="2379562"/>
                  </a:lnTo>
                  <a:cubicBezTo>
                    <a:pt x="737977" y="2392986"/>
                    <a:pt x="748700" y="2406738"/>
                    <a:pt x="760295" y="2419831"/>
                  </a:cubicBezTo>
                  <a:cubicBezTo>
                    <a:pt x="850788" y="2526392"/>
                    <a:pt x="948952" y="2624470"/>
                    <a:pt x="1048685" y="2717443"/>
                  </a:cubicBezTo>
                  <a:cubicBezTo>
                    <a:pt x="1098814" y="2763724"/>
                    <a:pt x="1149814" y="2808439"/>
                    <a:pt x="1202035" y="2851344"/>
                  </a:cubicBezTo>
                  <a:cubicBezTo>
                    <a:pt x="1254256" y="2894248"/>
                    <a:pt x="1307435" y="2935752"/>
                    <a:pt x="1362620" y="2974785"/>
                  </a:cubicBezTo>
                  <a:cubicBezTo>
                    <a:pt x="1472554" y="3053017"/>
                    <a:pt x="1591118" y="3122932"/>
                    <a:pt x="1721364" y="3170036"/>
                  </a:cubicBezTo>
                  <a:cubicBezTo>
                    <a:pt x="1786314" y="3193588"/>
                    <a:pt x="1853617" y="3211622"/>
                    <a:pt x="1922052" y="3225210"/>
                  </a:cubicBezTo>
                  <a:cubicBezTo>
                    <a:pt x="1939227" y="3228422"/>
                    <a:pt x="1956227" y="3232128"/>
                    <a:pt x="1973488" y="3234928"/>
                  </a:cubicBezTo>
                  <a:lnTo>
                    <a:pt x="2025360" y="3243080"/>
                  </a:lnTo>
                  <a:cubicBezTo>
                    <a:pt x="2060145" y="3247445"/>
                    <a:pt x="2094930" y="3252056"/>
                    <a:pt x="2130063" y="3254774"/>
                  </a:cubicBezTo>
                  <a:cubicBezTo>
                    <a:pt x="2147587" y="3256338"/>
                    <a:pt x="2165109" y="3257821"/>
                    <a:pt x="2182719" y="3258562"/>
                  </a:cubicBezTo>
                  <a:cubicBezTo>
                    <a:pt x="2200330" y="3259385"/>
                    <a:pt x="2217853" y="3260703"/>
                    <a:pt x="2235551" y="3261197"/>
                  </a:cubicBezTo>
                  <a:lnTo>
                    <a:pt x="2288556" y="3262350"/>
                  </a:lnTo>
                  <a:cubicBezTo>
                    <a:pt x="2306166" y="3262761"/>
                    <a:pt x="2323951" y="3262185"/>
                    <a:pt x="2341648" y="3262103"/>
                  </a:cubicBezTo>
                  <a:lnTo>
                    <a:pt x="2368238" y="3261856"/>
                  </a:lnTo>
                  <a:cubicBezTo>
                    <a:pt x="2376869" y="3261609"/>
                    <a:pt x="2385325" y="3261115"/>
                    <a:pt x="2393869" y="3260785"/>
                  </a:cubicBezTo>
                  <a:cubicBezTo>
                    <a:pt x="2402412" y="3260373"/>
                    <a:pt x="2410956" y="3260127"/>
                    <a:pt x="2419413" y="3259550"/>
                  </a:cubicBezTo>
                  <a:lnTo>
                    <a:pt x="2444869" y="3257574"/>
                  </a:lnTo>
                  <a:cubicBezTo>
                    <a:pt x="2478782" y="3255021"/>
                    <a:pt x="2512434" y="3250739"/>
                    <a:pt x="2545824" y="3245798"/>
                  </a:cubicBezTo>
                  <a:cubicBezTo>
                    <a:pt x="2679470" y="3224881"/>
                    <a:pt x="2807973" y="3183954"/>
                    <a:pt x="2930373" y="3126555"/>
                  </a:cubicBezTo>
                  <a:cubicBezTo>
                    <a:pt x="3053210" y="3069817"/>
                    <a:pt x="3170118" y="2997184"/>
                    <a:pt x="3285631" y="2917552"/>
                  </a:cubicBezTo>
                  <a:cubicBezTo>
                    <a:pt x="3314487" y="2897706"/>
                    <a:pt x="3343169" y="2876954"/>
                    <a:pt x="3371764" y="2856120"/>
                  </a:cubicBezTo>
                  <a:cubicBezTo>
                    <a:pt x="3400534" y="2835285"/>
                    <a:pt x="3429216" y="2814121"/>
                    <a:pt x="3457898" y="2792628"/>
                  </a:cubicBezTo>
                  <a:lnTo>
                    <a:pt x="3632344" y="2660869"/>
                  </a:lnTo>
                  <a:cubicBezTo>
                    <a:pt x="3752043" y="2571190"/>
                    <a:pt x="3872873" y="2487687"/>
                    <a:pt x="3990915" y="2405832"/>
                  </a:cubicBezTo>
                  <a:cubicBezTo>
                    <a:pt x="4108869" y="2323976"/>
                    <a:pt x="4222378" y="2241297"/>
                    <a:pt x="4324988" y="2152196"/>
                  </a:cubicBezTo>
                  <a:cubicBezTo>
                    <a:pt x="4427598" y="2063258"/>
                    <a:pt x="4520270" y="1968474"/>
                    <a:pt x="4592106" y="1861501"/>
                  </a:cubicBezTo>
                  <a:cubicBezTo>
                    <a:pt x="4628024" y="1808057"/>
                    <a:pt x="4658712" y="1751730"/>
                    <a:pt x="4683122" y="1692521"/>
                  </a:cubicBezTo>
                  <a:cubicBezTo>
                    <a:pt x="4707706" y="1633393"/>
                    <a:pt x="4725404" y="1571467"/>
                    <a:pt x="4738568" y="1507893"/>
                  </a:cubicBezTo>
                  <a:cubicBezTo>
                    <a:pt x="4745106" y="1476106"/>
                    <a:pt x="4750338" y="1443742"/>
                    <a:pt x="4753912" y="1411050"/>
                  </a:cubicBezTo>
                  <a:cubicBezTo>
                    <a:pt x="4754958" y="1402897"/>
                    <a:pt x="4755656" y="1394662"/>
                    <a:pt x="4756440" y="1386509"/>
                  </a:cubicBezTo>
                  <a:cubicBezTo>
                    <a:pt x="4757138" y="1378274"/>
                    <a:pt x="4758010" y="1370204"/>
                    <a:pt x="4758358" y="1361475"/>
                  </a:cubicBezTo>
                  <a:lnTo>
                    <a:pt x="4761148" y="1309759"/>
                  </a:lnTo>
                  <a:cubicBezTo>
                    <a:pt x="4763676" y="1240751"/>
                    <a:pt x="4762106" y="1171659"/>
                    <a:pt x="4756354" y="1102980"/>
                  </a:cubicBezTo>
                  <a:cubicBezTo>
                    <a:pt x="4750774" y="1034218"/>
                    <a:pt x="4740050" y="966033"/>
                    <a:pt x="4725578" y="898753"/>
                  </a:cubicBezTo>
                  <a:cubicBezTo>
                    <a:pt x="4710932" y="831473"/>
                    <a:pt x="4692624" y="765100"/>
                    <a:pt x="4673358" y="699384"/>
                  </a:cubicBezTo>
                  <a:cubicBezTo>
                    <a:pt x="4634912" y="568037"/>
                    <a:pt x="4592456" y="438419"/>
                    <a:pt x="4538491" y="312754"/>
                  </a:cubicBezTo>
                  <a:cubicBezTo>
                    <a:pt x="4511464" y="250003"/>
                    <a:pt x="4481301" y="188406"/>
                    <a:pt x="4446604" y="129196"/>
                  </a:cubicBezTo>
                  <a:cubicBezTo>
                    <a:pt x="4438147" y="114291"/>
                    <a:pt x="4428819" y="99798"/>
                    <a:pt x="4419840" y="85222"/>
                  </a:cubicBezTo>
                  <a:cubicBezTo>
                    <a:pt x="4410598" y="70728"/>
                    <a:pt x="4401008" y="56482"/>
                    <a:pt x="4391680" y="42071"/>
                  </a:cubicBezTo>
                  <a:lnTo>
                    <a:pt x="4361930" y="0"/>
                  </a:lnTo>
                  <a:lnTo>
                    <a:pt x="4588871" y="0"/>
                  </a:lnTo>
                  <a:lnTo>
                    <a:pt x="4613640" y="38859"/>
                  </a:lnTo>
                  <a:cubicBezTo>
                    <a:pt x="4653306" y="102762"/>
                    <a:pt x="4690706" y="167901"/>
                    <a:pt x="4724445" y="234687"/>
                  </a:cubicBezTo>
                  <a:cubicBezTo>
                    <a:pt x="4792096" y="368257"/>
                    <a:pt x="4844230" y="508828"/>
                    <a:pt x="4876138" y="653022"/>
                  </a:cubicBezTo>
                  <a:cubicBezTo>
                    <a:pt x="4892005" y="725161"/>
                    <a:pt x="4903077" y="797874"/>
                    <a:pt x="4911707" y="870671"/>
                  </a:cubicBezTo>
                  <a:cubicBezTo>
                    <a:pt x="4920513" y="943386"/>
                    <a:pt x="4927574" y="1016019"/>
                    <a:pt x="4934810" y="1088487"/>
                  </a:cubicBezTo>
                  <a:cubicBezTo>
                    <a:pt x="4941697" y="1161036"/>
                    <a:pt x="4947799" y="1233586"/>
                    <a:pt x="4953206" y="1306301"/>
                  </a:cubicBezTo>
                  <a:lnTo>
                    <a:pt x="4956954" y="1360899"/>
                  </a:lnTo>
                  <a:cubicBezTo>
                    <a:pt x="4957651" y="1369875"/>
                    <a:pt x="4958087" y="1379510"/>
                    <a:pt x="4958610" y="1388980"/>
                  </a:cubicBezTo>
                  <a:cubicBezTo>
                    <a:pt x="4959133" y="1398450"/>
                    <a:pt x="4959656" y="1408003"/>
                    <a:pt x="4959830" y="1417555"/>
                  </a:cubicBezTo>
                  <a:cubicBezTo>
                    <a:pt x="4961138" y="1455683"/>
                    <a:pt x="4960702" y="1494140"/>
                    <a:pt x="4958174" y="1532680"/>
                  </a:cubicBezTo>
                  <a:cubicBezTo>
                    <a:pt x="4948760" y="1686920"/>
                    <a:pt x="4904908" y="1842314"/>
                    <a:pt x="4834030" y="1984861"/>
                  </a:cubicBezTo>
                  <a:cubicBezTo>
                    <a:pt x="4763328" y="2127820"/>
                    <a:pt x="4665860" y="2256121"/>
                    <a:pt x="4558106" y="2368857"/>
                  </a:cubicBezTo>
                  <a:cubicBezTo>
                    <a:pt x="4504230" y="2425432"/>
                    <a:pt x="4447650" y="2478465"/>
                    <a:pt x="4389936" y="2528945"/>
                  </a:cubicBezTo>
                  <a:cubicBezTo>
                    <a:pt x="4332223" y="2579425"/>
                    <a:pt x="4273726" y="2628011"/>
                    <a:pt x="4214618" y="2674457"/>
                  </a:cubicBezTo>
                  <a:cubicBezTo>
                    <a:pt x="4096664" y="2767759"/>
                    <a:pt x="3976094" y="2852826"/>
                    <a:pt x="3858489" y="2936658"/>
                  </a:cubicBezTo>
                  <a:lnTo>
                    <a:pt x="3768868" y="3000643"/>
                  </a:lnTo>
                  <a:cubicBezTo>
                    <a:pt x="3738530" y="3022136"/>
                    <a:pt x="3707929" y="3043794"/>
                    <a:pt x="3676806" y="3065040"/>
                  </a:cubicBezTo>
                  <a:cubicBezTo>
                    <a:pt x="3645770" y="3086369"/>
                    <a:pt x="3614386" y="3107615"/>
                    <a:pt x="3582477" y="3128614"/>
                  </a:cubicBezTo>
                  <a:cubicBezTo>
                    <a:pt x="3550483" y="3149449"/>
                    <a:pt x="3518226" y="3170118"/>
                    <a:pt x="3485185" y="3190377"/>
                  </a:cubicBezTo>
                  <a:cubicBezTo>
                    <a:pt x="3419452" y="3230975"/>
                    <a:pt x="3351625" y="3270338"/>
                    <a:pt x="3280923" y="3306325"/>
                  </a:cubicBezTo>
                  <a:cubicBezTo>
                    <a:pt x="3210307" y="3342476"/>
                    <a:pt x="3137251" y="3376074"/>
                    <a:pt x="3061230" y="3404897"/>
                  </a:cubicBezTo>
                  <a:cubicBezTo>
                    <a:pt x="2909886" y="3463366"/>
                    <a:pt x="2747295" y="3502810"/>
                    <a:pt x="2583137" y="3518292"/>
                  </a:cubicBezTo>
                  <a:cubicBezTo>
                    <a:pt x="2542075" y="3521999"/>
                    <a:pt x="2501013" y="3524798"/>
                    <a:pt x="2460038" y="3525622"/>
                  </a:cubicBezTo>
                  <a:lnTo>
                    <a:pt x="2429264" y="3526280"/>
                  </a:lnTo>
                  <a:cubicBezTo>
                    <a:pt x="2419064" y="3526363"/>
                    <a:pt x="2408777" y="3526116"/>
                    <a:pt x="2398576" y="3526116"/>
                  </a:cubicBezTo>
                  <a:lnTo>
                    <a:pt x="2367977" y="3525786"/>
                  </a:lnTo>
                  <a:lnTo>
                    <a:pt x="2338249" y="3524716"/>
                  </a:lnTo>
                  <a:cubicBezTo>
                    <a:pt x="2259089" y="3522327"/>
                    <a:pt x="2179756" y="3516399"/>
                    <a:pt x="2100770" y="3506845"/>
                  </a:cubicBezTo>
                  <a:cubicBezTo>
                    <a:pt x="2021699" y="3497787"/>
                    <a:pt x="1942801" y="3484776"/>
                    <a:pt x="1864776" y="3467483"/>
                  </a:cubicBezTo>
                  <a:cubicBezTo>
                    <a:pt x="1786836" y="3450025"/>
                    <a:pt x="1709508" y="3429355"/>
                    <a:pt x="1632964" y="3405803"/>
                  </a:cubicBezTo>
                  <a:cubicBezTo>
                    <a:pt x="1480138" y="3358288"/>
                    <a:pt x="1329055" y="3299160"/>
                    <a:pt x="1189219" y="3220352"/>
                  </a:cubicBezTo>
                  <a:cubicBezTo>
                    <a:pt x="1049296" y="3141708"/>
                    <a:pt x="924367" y="3041982"/>
                    <a:pt x="815305" y="2931634"/>
                  </a:cubicBezTo>
                  <a:cubicBezTo>
                    <a:pt x="760469" y="2876542"/>
                    <a:pt x="710603" y="2817909"/>
                    <a:pt x="663699" y="2757877"/>
                  </a:cubicBezTo>
                  <a:cubicBezTo>
                    <a:pt x="617059" y="2697597"/>
                    <a:pt x="572684" y="2636411"/>
                    <a:pt x="531274" y="2573907"/>
                  </a:cubicBezTo>
                  <a:cubicBezTo>
                    <a:pt x="520638" y="2558426"/>
                    <a:pt x="510612" y="2542697"/>
                    <a:pt x="500325" y="2527051"/>
                  </a:cubicBezTo>
                  <a:lnTo>
                    <a:pt x="470771" y="2481594"/>
                  </a:lnTo>
                  <a:cubicBezTo>
                    <a:pt x="451853" y="2452195"/>
                    <a:pt x="432238" y="2423043"/>
                    <a:pt x="412448" y="2393479"/>
                  </a:cubicBezTo>
                  <a:lnTo>
                    <a:pt x="291616" y="2213464"/>
                  </a:lnTo>
                  <a:cubicBezTo>
                    <a:pt x="251078" y="2152113"/>
                    <a:pt x="211062" y="2088951"/>
                    <a:pt x="173662" y="2023154"/>
                  </a:cubicBezTo>
                  <a:cubicBezTo>
                    <a:pt x="155005" y="1990214"/>
                    <a:pt x="136960" y="1956697"/>
                    <a:pt x="120483" y="1922276"/>
                  </a:cubicBezTo>
                  <a:cubicBezTo>
                    <a:pt x="104093" y="1887771"/>
                    <a:pt x="88837" y="1852608"/>
                    <a:pt x="75324" y="1816703"/>
                  </a:cubicBezTo>
                  <a:cubicBezTo>
                    <a:pt x="62072" y="1780717"/>
                    <a:pt x="50303" y="1744235"/>
                    <a:pt x="40713" y="1707179"/>
                  </a:cubicBezTo>
                  <a:cubicBezTo>
                    <a:pt x="36180" y="1688650"/>
                    <a:pt x="31560" y="1670039"/>
                    <a:pt x="27811" y="1651346"/>
                  </a:cubicBezTo>
                  <a:lnTo>
                    <a:pt x="22144" y="1623346"/>
                  </a:lnTo>
                  <a:lnTo>
                    <a:pt x="17436" y="1595265"/>
                  </a:lnTo>
                  <a:cubicBezTo>
                    <a:pt x="5144" y="1520328"/>
                    <a:pt x="0" y="1444978"/>
                    <a:pt x="0" y="1370286"/>
                  </a:cubicBezTo>
                  <a:cubicBezTo>
                    <a:pt x="349" y="1223293"/>
                    <a:pt x="16652" y="1076299"/>
                    <a:pt x="48385" y="931939"/>
                  </a:cubicBezTo>
                  <a:cubicBezTo>
                    <a:pt x="80032" y="787663"/>
                    <a:pt x="128504" y="646187"/>
                    <a:pt x="193801" y="511957"/>
                  </a:cubicBezTo>
                  <a:cubicBezTo>
                    <a:pt x="259404" y="377727"/>
                    <a:pt x="339740" y="250559"/>
                    <a:pt x="431660" y="13137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B03BE98-6C07-41CD-ACA9-5244A3DA1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213739 w 4934374"/>
                <a:gd name="connsiteY1" fmla="*/ 0 h 3484134"/>
                <a:gd name="connsiteX2" fmla="*/ 1150162 w 4934374"/>
                <a:gd name="connsiteY2" fmla="*/ 47028 h 3484134"/>
                <a:gd name="connsiteX3" fmla="*/ 626038 w 4934374"/>
                <a:gd name="connsiteY3" fmla="*/ 660944 h 3484134"/>
                <a:gd name="connsiteX4" fmla="*/ 435986 w 4934374"/>
                <a:gd name="connsiteY4" fmla="*/ 1375409 h 3484134"/>
                <a:gd name="connsiteX5" fmla="*/ 750530 w 4934374"/>
                <a:gd name="connsiteY5" fmla="*/ 2038817 h 3484134"/>
                <a:gd name="connsiteX6" fmla="*/ 909024 w 4934374"/>
                <a:gd name="connsiteY6" fmla="*/ 2249384 h 3484134"/>
                <a:gd name="connsiteX7" fmla="*/ 2396223 w 4934374"/>
                <a:gd name="connsiteY7" fmla="*/ 3072468 h 3484134"/>
                <a:gd name="connsiteX8" fmla="*/ 3525201 w 4934374"/>
                <a:gd name="connsiteY8" fmla="*/ 2566101 h 3484134"/>
                <a:gd name="connsiteX9" fmla="*/ 3662596 w 4934374"/>
                <a:gd name="connsiteY9" fmla="*/ 2465552 h 3484134"/>
                <a:gd name="connsiteX10" fmla="*/ 4287500 w 4934374"/>
                <a:gd name="connsiteY10" fmla="*/ 1939915 h 3484134"/>
                <a:gd name="connsiteX11" fmla="*/ 4498563 w 4934374"/>
                <a:gd name="connsiteY11" fmla="*/ 1375409 h 3484134"/>
                <a:gd name="connsiteX12" fmla="*/ 4132831 w 4934374"/>
                <a:gd name="connsiteY12" fmla="*/ 134540 h 3484134"/>
                <a:gd name="connsiteX13" fmla="*/ 4025590 w 4934374"/>
                <a:gd name="connsiteY13" fmla="*/ 0 h 3484134"/>
                <a:gd name="connsiteX14" fmla="*/ 4555675 w 4934374"/>
                <a:gd name="connsiteY14" fmla="*/ 0 h 3484134"/>
                <a:gd name="connsiteX15" fmla="*/ 4605933 w 4934374"/>
                <a:gd name="connsiteY15" fmla="*/ 77740 h 3484134"/>
                <a:gd name="connsiteX16" fmla="*/ 4934374 w 4934374"/>
                <a:gd name="connsiteY16" fmla="*/ 1375327 h 3484134"/>
                <a:gd name="connsiteX17" fmla="*/ 3793540 w 4934374"/>
                <a:gd name="connsiteY17" fmla="*/ 2890475 h 3484134"/>
                <a:gd name="connsiteX18" fmla="*/ 2396135 w 4934374"/>
                <a:gd name="connsiteY18" fmla="*/ 3484134 h 3484134"/>
                <a:gd name="connsiteX19" fmla="*/ 548273 w 4934374"/>
                <a:gd name="connsiteY19" fmla="*/ 2480458 h 3484134"/>
                <a:gd name="connsiteX20" fmla="*/ 0 w 4934374"/>
                <a:gd name="connsiteY20" fmla="*/ 1375327 h 3484134"/>
                <a:gd name="connsiteX21" fmla="*/ 512166 w 4934374"/>
                <a:gd name="connsiteY21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213739" y="0"/>
                  </a:lnTo>
                  <a:lnTo>
                    <a:pt x="1150162" y="47028"/>
                  </a:lnTo>
                  <a:cubicBezTo>
                    <a:pt x="925762" y="228608"/>
                    <a:pt x="749397" y="435224"/>
                    <a:pt x="626038" y="660944"/>
                  </a:cubicBezTo>
                  <a:cubicBezTo>
                    <a:pt x="499976" y="891687"/>
                    <a:pt x="435986" y="1132066"/>
                    <a:pt x="435986" y="1375409"/>
                  </a:cubicBezTo>
                  <a:cubicBezTo>
                    <a:pt x="435986" y="1620481"/>
                    <a:pt x="538074" y="1763604"/>
                    <a:pt x="750530" y="2038817"/>
                  </a:cubicBezTo>
                  <a:cubicBezTo>
                    <a:pt x="801792" y="2105190"/>
                    <a:pt x="854797" y="2173870"/>
                    <a:pt x="909024" y="2249384"/>
                  </a:cubicBezTo>
                  <a:cubicBezTo>
                    <a:pt x="1323389" y="2826326"/>
                    <a:pt x="1768180" y="3072468"/>
                    <a:pt x="2396223" y="3072468"/>
                  </a:cubicBezTo>
                  <a:cubicBezTo>
                    <a:pt x="2808409" y="3072468"/>
                    <a:pt x="3110835" y="2871947"/>
                    <a:pt x="3525201" y="2566101"/>
                  </a:cubicBezTo>
                  <a:cubicBezTo>
                    <a:pt x="3571493" y="2531926"/>
                    <a:pt x="3617786" y="2498162"/>
                    <a:pt x="3662596" y="2465552"/>
                  </a:cubicBezTo>
                  <a:cubicBezTo>
                    <a:pt x="3905479" y="2288583"/>
                    <a:pt x="4134849" y="2121414"/>
                    <a:pt x="4287500" y="1939915"/>
                  </a:cubicBezTo>
                  <a:cubicBezTo>
                    <a:pt x="4433440" y="1766404"/>
                    <a:pt x="4498563" y="1592317"/>
                    <a:pt x="4498563" y="1375409"/>
                  </a:cubicBezTo>
                  <a:cubicBezTo>
                    <a:pt x="4498563" y="899696"/>
                    <a:pt x="4369741" y="465973"/>
                    <a:pt x="4132831" y="134540"/>
                  </a:cubicBezTo>
                  <a:lnTo>
                    <a:pt x="4025590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13CCE92-2C5E-48BC-9713-FBEEDBAE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354934 w 4934374"/>
                <a:gd name="connsiteY1" fmla="*/ 0 h 3484134"/>
                <a:gd name="connsiteX2" fmla="*/ 1206830 w 4934374"/>
                <a:gd name="connsiteY2" fmla="*/ 109531 h 3484134"/>
                <a:gd name="connsiteX3" fmla="*/ 703453 w 4934374"/>
                <a:gd name="connsiteY3" fmla="*/ 698660 h 3484134"/>
                <a:gd name="connsiteX4" fmla="*/ 523079 w 4934374"/>
                <a:gd name="connsiteY4" fmla="*/ 1375409 h 3484134"/>
                <a:gd name="connsiteX5" fmla="*/ 820885 w 4934374"/>
                <a:gd name="connsiteY5" fmla="*/ 1990313 h 3484134"/>
                <a:gd name="connsiteX6" fmla="*/ 981122 w 4934374"/>
                <a:gd name="connsiteY6" fmla="*/ 2203186 h 3484134"/>
                <a:gd name="connsiteX7" fmla="*/ 1592426 w 4934374"/>
                <a:gd name="connsiteY7" fmla="*/ 2792645 h 3484134"/>
                <a:gd name="connsiteX8" fmla="*/ 2396135 w 4934374"/>
                <a:gd name="connsiteY8" fmla="*/ 2990119 h 3484134"/>
                <a:gd name="connsiteX9" fmla="*/ 2913112 w 4934374"/>
                <a:gd name="connsiteY9" fmla="*/ 2864371 h 3484134"/>
                <a:gd name="connsiteX10" fmla="*/ 3471411 w 4934374"/>
                <a:gd name="connsiteY10" fmla="*/ 2501292 h 3484134"/>
                <a:gd name="connsiteX11" fmla="*/ 3609242 w 4934374"/>
                <a:gd name="connsiteY11" fmla="*/ 2400414 h 3484134"/>
                <a:gd name="connsiteX12" fmla="*/ 4219151 w 4934374"/>
                <a:gd name="connsiteY12" fmla="*/ 1888693 h 3484134"/>
                <a:gd name="connsiteX13" fmla="*/ 4411296 w 4934374"/>
                <a:gd name="connsiteY13" fmla="*/ 1375409 h 3484134"/>
                <a:gd name="connsiteX14" fmla="*/ 3957874 w 4934374"/>
                <a:gd name="connsiteY14" fmla="*/ 51887 h 3484134"/>
                <a:gd name="connsiteX15" fmla="*/ 3906637 w 4934374"/>
                <a:gd name="connsiteY15" fmla="*/ 0 h 3484134"/>
                <a:gd name="connsiteX16" fmla="*/ 4555675 w 4934374"/>
                <a:gd name="connsiteY16" fmla="*/ 0 h 3484134"/>
                <a:gd name="connsiteX17" fmla="*/ 4605933 w 4934374"/>
                <a:gd name="connsiteY17" fmla="*/ 77740 h 3484134"/>
                <a:gd name="connsiteX18" fmla="*/ 4934374 w 4934374"/>
                <a:gd name="connsiteY18" fmla="*/ 1375327 h 3484134"/>
                <a:gd name="connsiteX19" fmla="*/ 3793540 w 4934374"/>
                <a:gd name="connsiteY19" fmla="*/ 2890475 h 3484134"/>
                <a:gd name="connsiteX20" fmla="*/ 2396135 w 4934374"/>
                <a:gd name="connsiteY20" fmla="*/ 3484134 h 3484134"/>
                <a:gd name="connsiteX21" fmla="*/ 548273 w 4934374"/>
                <a:gd name="connsiteY21" fmla="*/ 2480458 h 3484134"/>
                <a:gd name="connsiteX22" fmla="*/ 0 w 4934374"/>
                <a:gd name="connsiteY22" fmla="*/ 1375327 h 3484134"/>
                <a:gd name="connsiteX23" fmla="*/ 512166 w 4934374"/>
                <a:gd name="connsiteY23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354934" y="0"/>
                  </a:lnTo>
                  <a:lnTo>
                    <a:pt x="1206830" y="109531"/>
                  </a:lnTo>
                  <a:cubicBezTo>
                    <a:pt x="994024" y="281725"/>
                    <a:pt x="820013" y="485457"/>
                    <a:pt x="703453" y="698660"/>
                  </a:cubicBezTo>
                  <a:cubicBezTo>
                    <a:pt x="583756" y="917627"/>
                    <a:pt x="523079" y="1145324"/>
                    <a:pt x="523079" y="1375409"/>
                  </a:cubicBezTo>
                  <a:cubicBezTo>
                    <a:pt x="523079" y="1595282"/>
                    <a:pt x="614356" y="1722842"/>
                    <a:pt x="820885" y="1990313"/>
                  </a:cubicBezTo>
                  <a:cubicBezTo>
                    <a:pt x="872582" y="2057263"/>
                    <a:pt x="926023" y="2126519"/>
                    <a:pt x="981122" y="2203186"/>
                  </a:cubicBezTo>
                  <a:cubicBezTo>
                    <a:pt x="1175968" y="2474445"/>
                    <a:pt x="1375871" y="2667309"/>
                    <a:pt x="1592426" y="2792645"/>
                  </a:cubicBezTo>
                  <a:cubicBezTo>
                    <a:pt x="1821970" y="2925557"/>
                    <a:pt x="2084904" y="2990119"/>
                    <a:pt x="2396135" y="2990119"/>
                  </a:cubicBezTo>
                  <a:cubicBezTo>
                    <a:pt x="2572762" y="2990119"/>
                    <a:pt x="2737009" y="2950179"/>
                    <a:pt x="2913112" y="2864371"/>
                  </a:cubicBezTo>
                  <a:cubicBezTo>
                    <a:pt x="3093922" y="2776257"/>
                    <a:pt x="3272903" y="2647792"/>
                    <a:pt x="3471411" y="2501292"/>
                  </a:cubicBezTo>
                  <a:cubicBezTo>
                    <a:pt x="3517964" y="2466952"/>
                    <a:pt x="3564344" y="2433106"/>
                    <a:pt x="3609242" y="2400414"/>
                  </a:cubicBezTo>
                  <a:cubicBezTo>
                    <a:pt x="3847766" y="2226574"/>
                    <a:pt x="4073038" y="2062368"/>
                    <a:pt x="4219151" y="1888693"/>
                  </a:cubicBezTo>
                  <a:cubicBezTo>
                    <a:pt x="4353844" y="1728606"/>
                    <a:pt x="4411296" y="1575106"/>
                    <a:pt x="4411296" y="1375409"/>
                  </a:cubicBezTo>
                  <a:cubicBezTo>
                    <a:pt x="4411296" y="851089"/>
                    <a:pt x="4250274" y="381038"/>
                    <a:pt x="3957874" y="51887"/>
                  </a:cubicBezTo>
                  <a:lnTo>
                    <a:pt x="3906637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075" y="1322114"/>
            <a:ext cx="3858768" cy="1454051"/>
          </a:xfrm>
        </p:spPr>
        <p:txBody>
          <a:bodyPr anchor="b">
            <a:normAutofit/>
          </a:bodyPr>
          <a:lstStyle/>
          <a:p>
            <a:r>
              <a:rPr lang="ro-RO" sz="3100" dirty="0">
                <a:solidFill>
                  <a:schemeClr val="tx2"/>
                </a:solidFill>
              </a:rPr>
              <a:t>Cod ESP32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D261B2-F663-3B98-F525-41B1085D9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139" y="467247"/>
            <a:ext cx="1972029" cy="132618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355" y="2730295"/>
            <a:ext cx="6001782" cy="3803965"/>
          </a:xfrm>
        </p:spPr>
        <p:txBody>
          <a:bodyPr anchor="ctr">
            <a:normAutofit/>
          </a:bodyPr>
          <a:lstStyle/>
          <a:p>
            <a:endParaRPr lang="en-US" sz="1500" dirty="0">
              <a:solidFill>
                <a:schemeClr val="tx2"/>
              </a:solidFill>
            </a:endParaRPr>
          </a:p>
          <a:p>
            <a:r>
              <a:rPr lang="ro-RO" sz="1600" dirty="0">
                <a:solidFill>
                  <a:schemeClr val="tx2"/>
                </a:solidFill>
              </a:rPr>
              <a:t>Realizarea conexiunii Bluetooth</a:t>
            </a:r>
            <a:r>
              <a:rPr lang="en-US" sz="1600" dirty="0">
                <a:solidFill>
                  <a:schemeClr val="tx2"/>
                </a:solidFill>
              </a:rPr>
              <a:t> se face </a:t>
            </a:r>
            <a:r>
              <a:rPr lang="ro-RO" sz="1600" dirty="0">
                <a:solidFill>
                  <a:schemeClr val="tx2"/>
                </a:solidFill>
              </a:rPr>
              <a:t> în modul MASTER cu HC-05</a:t>
            </a:r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 err="1">
                <a:solidFill>
                  <a:schemeClr val="tx2"/>
                </a:solidFill>
              </a:rPr>
              <a:t>Vaolrile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unghiului</a:t>
            </a:r>
            <a:r>
              <a:rPr lang="en-US" sz="1600" dirty="0">
                <a:solidFill>
                  <a:schemeClr val="tx2"/>
                </a:solidFill>
              </a:rPr>
              <a:t> se </a:t>
            </a:r>
            <a:r>
              <a:rPr lang="en-US" sz="1600" dirty="0" err="1">
                <a:solidFill>
                  <a:schemeClr val="tx2"/>
                </a:solidFill>
              </a:rPr>
              <a:t>trimit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catre</a:t>
            </a:r>
            <a:r>
              <a:rPr lang="en-US" sz="1600" dirty="0">
                <a:solidFill>
                  <a:schemeClr val="tx2"/>
                </a:solidFill>
              </a:rPr>
              <a:t> STM32 </a:t>
            </a:r>
            <a:r>
              <a:rPr lang="en-US" sz="1600" dirty="0" err="1">
                <a:solidFill>
                  <a:schemeClr val="tx2"/>
                </a:solidFill>
              </a:rPr>
              <a:t>pentru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controlul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motorului</a:t>
            </a:r>
            <a:endParaRPr lang="ro-RO" sz="1600" dirty="0">
              <a:solidFill>
                <a:schemeClr val="tx2"/>
              </a:solidFill>
            </a:endParaRPr>
          </a:p>
          <a:p>
            <a:r>
              <a:rPr lang="ro-RO" sz="1600" dirty="0">
                <a:solidFill>
                  <a:schemeClr val="tx2"/>
                </a:solidFill>
              </a:rPr>
              <a:t>Funcția </a:t>
            </a:r>
            <a:r>
              <a:rPr lang="ro-RO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setup()</a:t>
            </a:r>
            <a:r>
              <a:rPr lang="ro-RO" sz="1600" dirty="0">
                <a:solidFill>
                  <a:schemeClr val="tx2"/>
                </a:solidFill>
              </a:rPr>
              <a:t>realizează inițializarea comunicației I2C, configurarea senzorului MPU6050 și stabilirea conexiunii Bluetooth cu modulul HC-05.</a:t>
            </a:r>
            <a:endParaRPr lang="en-US" sz="1600" dirty="0">
              <a:solidFill>
                <a:schemeClr val="tx2"/>
              </a:solidFill>
            </a:endParaRPr>
          </a:p>
          <a:p>
            <a:r>
              <a:rPr lang="ro-RO" sz="1600" dirty="0">
                <a:solidFill>
                  <a:schemeClr val="tx2"/>
                </a:solidFill>
              </a:rPr>
              <a:t>Funcția </a:t>
            </a:r>
            <a:r>
              <a:rPr lang="ro-RO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loop()</a:t>
            </a:r>
            <a:r>
              <a:rPr lang="ro-RO" sz="1600" dirty="0">
                <a:solidFill>
                  <a:schemeClr val="tx2"/>
                </a:solidFill>
              </a:rPr>
              <a:t>citește periodic valorile senzorului, calculează unghiul de înclinare și transmite datele către STM32 pentru controlul motorului.</a:t>
            </a: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F8F20D-0EF5-8449-BE4B-96E4F99379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33"/>
          <a:stretch>
            <a:fillRect/>
          </a:stretch>
        </p:blipFill>
        <p:spPr>
          <a:xfrm>
            <a:off x="6925070" y="3863170"/>
            <a:ext cx="2097721" cy="19963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440A548-C0D4-4418-940E-EDC2F1D9A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08B267-8CD2-4684-A57B-9F1070769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305" y="802955"/>
            <a:ext cx="3574747" cy="1454051"/>
          </a:xfrm>
        </p:spPr>
        <p:txBody>
          <a:bodyPr>
            <a:normAutofit/>
          </a:bodyPr>
          <a:lstStyle/>
          <a:p>
            <a:r>
              <a:rPr lang="ro-RO" sz="3100">
                <a:solidFill>
                  <a:schemeClr val="tx2"/>
                </a:solidFill>
              </a:rPr>
              <a:t>Cod STM32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1E5AB36-9328-47E9-95AD-E38AC1C0E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" y="-369"/>
            <a:ext cx="4568256" cy="6858000"/>
            <a:chOff x="305" y="-369"/>
            <a:chExt cx="6091008" cy="6858000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532450F-A219-4BF5-88FA-A47084237C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7007" cy="6858000"/>
            </a:xfrm>
            <a:custGeom>
              <a:avLst/>
              <a:gdLst>
                <a:gd name="connsiteX0" fmla="*/ 1423825 w 6057007"/>
                <a:gd name="connsiteY0" fmla="*/ 0 h 6858000"/>
                <a:gd name="connsiteX1" fmla="*/ 4262456 w 6057007"/>
                <a:gd name="connsiteY1" fmla="*/ 0 h 6858000"/>
                <a:gd name="connsiteX2" fmla="*/ 4371584 w 6057007"/>
                <a:gd name="connsiteY2" fmla="*/ 79625 h 6858000"/>
                <a:gd name="connsiteX3" fmla="*/ 5400299 w 6057007"/>
                <a:gd name="connsiteY3" fmla="*/ 1779691 h 6858000"/>
                <a:gd name="connsiteX4" fmla="*/ 5961759 w 6057007"/>
                <a:gd name="connsiteY4" fmla="*/ 4554903 h 6858000"/>
                <a:gd name="connsiteX5" fmla="*/ 4326541 w 6057007"/>
                <a:gd name="connsiteY5" fmla="*/ 6729688 h 6858000"/>
                <a:gd name="connsiteX6" fmla="*/ 4109121 w 6057007"/>
                <a:gd name="connsiteY6" fmla="*/ 6858000 h 6858000"/>
                <a:gd name="connsiteX7" fmla="*/ 1145358 w 6057007"/>
                <a:gd name="connsiteY7" fmla="*/ 6858000 h 6858000"/>
                <a:gd name="connsiteX8" fmla="*/ 1143587 w 6057007"/>
                <a:gd name="connsiteY8" fmla="*/ 6856705 h 6858000"/>
                <a:gd name="connsiteX9" fmla="*/ 162579 w 6057007"/>
                <a:gd name="connsiteY9" fmla="*/ 6240990 h 6858000"/>
                <a:gd name="connsiteX10" fmla="*/ 0 w 6057007"/>
                <a:gd name="connsiteY10" fmla="*/ 6125553 h 6858000"/>
                <a:gd name="connsiteX11" fmla="*/ 0 w 6057007"/>
                <a:gd name="connsiteY11" fmla="*/ 4670879 h 6858000"/>
                <a:gd name="connsiteX12" fmla="*/ 38388 w 6057007"/>
                <a:gd name="connsiteY12" fmla="*/ 4778792 h 6858000"/>
                <a:gd name="connsiteX13" fmla="*/ 155449 w 6057007"/>
                <a:gd name="connsiteY13" fmla="*/ 5029879 h 6858000"/>
                <a:gd name="connsiteX14" fmla="*/ 411802 w 6057007"/>
                <a:gd name="connsiteY14" fmla="*/ 5399531 h 6858000"/>
                <a:gd name="connsiteX15" fmla="*/ 806388 w 6057007"/>
                <a:gd name="connsiteY15" fmla="*/ 5659633 h 6858000"/>
                <a:gd name="connsiteX16" fmla="*/ 1801512 w 6057007"/>
                <a:gd name="connsiteY16" fmla="*/ 6314010 h 6858000"/>
                <a:gd name="connsiteX17" fmla="*/ 2653483 w 6057007"/>
                <a:gd name="connsiteY17" fmla="*/ 6529898 h 6858000"/>
                <a:gd name="connsiteX18" fmla="*/ 3666486 w 6057007"/>
                <a:gd name="connsiteY18" fmla="*/ 6190615 h 6858000"/>
                <a:gd name="connsiteX19" fmla="*/ 4658657 w 6057007"/>
                <a:gd name="connsiteY19" fmla="*/ 5428179 h 6858000"/>
                <a:gd name="connsiteX20" fmla="*/ 5222967 w 6057007"/>
                <a:gd name="connsiteY20" fmla="*/ 4356944 h 6858000"/>
                <a:gd name="connsiteX21" fmla="*/ 4724795 w 6057007"/>
                <a:gd name="connsiteY21" fmla="*/ 2210416 h 6858000"/>
                <a:gd name="connsiteX22" fmla="*/ 4473185 w 6057007"/>
                <a:gd name="connsiteY22" fmla="*/ 1691554 h 6858000"/>
                <a:gd name="connsiteX23" fmla="*/ 4046677 w 6057007"/>
                <a:gd name="connsiteY23" fmla="*/ 911781 h 6858000"/>
                <a:gd name="connsiteX24" fmla="*/ 3555564 w 6057007"/>
                <a:gd name="connsiteY24" fmla="*/ 585888 h 6858000"/>
                <a:gd name="connsiteX25" fmla="*/ 2405914 w 6057007"/>
                <a:gd name="connsiteY25" fmla="*/ 536282 h 6858000"/>
                <a:gd name="connsiteX26" fmla="*/ 1345719 w 6057007"/>
                <a:gd name="connsiteY26" fmla="*/ 957619 h 6858000"/>
                <a:gd name="connsiteX27" fmla="*/ 73341 w 6057007"/>
                <a:gd name="connsiteY27" fmla="*/ 2571698 h 6858000"/>
                <a:gd name="connsiteX28" fmla="*/ 0 w 6057007"/>
                <a:gd name="connsiteY28" fmla="*/ 2803810 h 6858000"/>
                <a:gd name="connsiteX29" fmla="*/ 0 w 6057007"/>
                <a:gd name="connsiteY29" fmla="*/ 1147591 h 6858000"/>
                <a:gd name="connsiteX30" fmla="*/ 142706 w 6057007"/>
                <a:gd name="connsiteY30" fmla="*/ 968763 h 6858000"/>
                <a:gd name="connsiteX31" fmla="*/ 971831 w 6057007"/>
                <a:gd name="connsiteY31" fmla="*/ 249890 h 6858000"/>
                <a:gd name="connsiteX32" fmla="*/ 1288677 w 6057007"/>
                <a:gd name="connsiteY32" fmla="*/ 6583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057007" h="6858000">
                  <a:moveTo>
                    <a:pt x="1423825" y="0"/>
                  </a:moveTo>
                  <a:lnTo>
                    <a:pt x="4262456" y="0"/>
                  </a:lnTo>
                  <a:lnTo>
                    <a:pt x="4371584" y="79625"/>
                  </a:lnTo>
                  <a:cubicBezTo>
                    <a:pt x="4860533" y="476670"/>
                    <a:pt x="5063885" y="1132812"/>
                    <a:pt x="5400299" y="1779691"/>
                  </a:cubicBezTo>
                  <a:cubicBezTo>
                    <a:pt x="5848849" y="2642194"/>
                    <a:pt x="6244956" y="3497996"/>
                    <a:pt x="5961759" y="4554903"/>
                  </a:cubicBezTo>
                  <a:cubicBezTo>
                    <a:pt x="5691575" y="5563242"/>
                    <a:pt x="5092427" y="6238887"/>
                    <a:pt x="4326541" y="6729688"/>
                  </a:cubicBezTo>
                  <a:lnTo>
                    <a:pt x="4109121" y="6858000"/>
                  </a:lnTo>
                  <a:lnTo>
                    <a:pt x="1145358" y="6858000"/>
                  </a:lnTo>
                  <a:lnTo>
                    <a:pt x="1143587" y="6856705"/>
                  </a:lnTo>
                  <a:cubicBezTo>
                    <a:pt x="699546" y="6541440"/>
                    <a:pt x="399287" y="6392433"/>
                    <a:pt x="162579" y="6240990"/>
                  </a:cubicBezTo>
                  <a:lnTo>
                    <a:pt x="0" y="6125553"/>
                  </a:lnTo>
                  <a:lnTo>
                    <a:pt x="0" y="4670879"/>
                  </a:lnTo>
                  <a:lnTo>
                    <a:pt x="38388" y="4778792"/>
                  </a:lnTo>
                  <a:cubicBezTo>
                    <a:pt x="72793" y="4862402"/>
                    <a:pt x="111802" y="4945953"/>
                    <a:pt x="155449" y="5029879"/>
                  </a:cubicBezTo>
                  <a:cubicBezTo>
                    <a:pt x="273464" y="5256810"/>
                    <a:pt x="351295" y="5344113"/>
                    <a:pt x="411802" y="5399531"/>
                  </a:cubicBezTo>
                  <a:cubicBezTo>
                    <a:pt x="500065" y="5480405"/>
                    <a:pt x="628514" y="5555615"/>
                    <a:pt x="806388" y="5659633"/>
                  </a:cubicBezTo>
                  <a:cubicBezTo>
                    <a:pt x="1044358" y="5798926"/>
                    <a:pt x="1370396" y="5989780"/>
                    <a:pt x="1801512" y="6314010"/>
                  </a:cubicBezTo>
                  <a:cubicBezTo>
                    <a:pt x="2037213" y="6491324"/>
                    <a:pt x="2315885" y="6561958"/>
                    <a:pt x="2653483" y="6529898"/>
                  </a:cubicBezTo>
                  <a:cubicBezTo>
                    <a:pt x="2962383" y="6500529"/>
                    <a:pt x="3312661" y="6383221"/>
                    <a:pt x="3666486" y="6190615"/>
                  </a:cubicBezTo>
                  <a:cubicBezTo>
                    <a:pt x="4083218" y="5963697"/>
                    <a:pt x="4407642" y="5714350"/>
                    <a:pt x="4658657" y="5428179"/>
                  </a:cubicBezTo>
                  <a:cubicBezTo>
                    <a:pt x="4927319" y="5121947"/>
                    <a:pt x="5111907" y="4771422"/>
                    <a:pt x="5222967" y="4356944"/>
                  </a:cubicBezTo>
                  <a:cubicBezTo>
                    <a:pt x="5418167" y="3628447"/>
                    <a:pt x="5139747" y="3007703"/>
                    <a:pt x="4724795" y="2210416"/>
                  </a:cubicBezTo>
                  <a:cubicBezTo>
                    <a:pt x="4631776" y="2031551"/>
                    <a:pt x="4551122" y="1858737"/>
                    <a:pt x="4473185" y="1691554"/>
                  </a:cubicBezTo>
                  <a:cubicBezTo>
                    <a:pt x="4326842" y="1377756"/>
                    <a:pt x="4200559" y="1106810"/>
                    <a:pt x="4046677" y="911781"/>
                  </a:cubicBezTo>
                  <a:cubicBezTo>
                    <a:pt x="3910561" y="739097"/>
                    <a:pt x="3763658" y="641647"/>
                    <a:pt x="3555564" y="585888"/>
                  </a:cubicBezTo>
                  <a:cubicBezTo>
                    <a:pt x="3178534" y="484863"/>
                    <a:pt x="2791842" y="468166"/>
                    <a:pt x="2405914" y="536282"/>
                  </a:cubicBezTo>
                  <a:cubicBezTo>
                    <a:pt x="2032757" y="602054"/>
                    <a:pt x="1676044" y="743871"/>
                    <a:pt x="1345719" y="957619"/>
                  </a:cubicBezTo>
                  <a:cubicBezTo>
                    <a:pt x="762775" y="1334788"/>
                    <a:pt x="318714" y="1900690"/>
                    <a:pt x="73341" y="2571698"/>
                  </a:cubicBezTo>
                  <a:lnTo>
                    <a:pt x="0" y="2803810"/>
                  </a:lnTo>
                  <a:lnTo>
                    <a:pt x="0" y="1147591"/>
                  </a:lnTo>
                  <a:lnTo>
                    <a:pt x="142706" y="968763"/>
                  </a:lnTo>
                  <a:cubicBezTo>
                    <a:pt x="388539" y="688063"/>
                    <a:pt x="668237" y="446316"/>
                    <a:pt x="971831" y="249890"/>
                  </a:cubicBezTo>
                  <a:cubicBezTo>
                    <a:pt x="1074829" y="183240"/>
                    <a:pt x="1180574" y="121805"/>
                    <a:pt x="1288677" y="6583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35AC662-4000-411A-9E33-6A4B6C0FCB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91008" cy="6858000"/>
            </a:xfrm>
            <a:custGeom>
              <a:avLst/>
              <a:gdLst>
                <a:gd name="connsiteX0" fmla="*/ 0 w 6091008"/>
                <a:gd name="connsiteY0" fmla="*/ 5476844 h 6858000"/>
                <a:gd name="connsiteX1" fmla="*/ 15220 w 6091008"/>
                <a:gd name="connsiteY1" fmla="*/ 5501668 h 6858000"/>
                <a:gd name="connsiteX2" fmla="*/ 198940 w 6091008"/>
                <a:gd name="connsiteY2" fmla="*/ 5717964 h 6858000"/>
                <a:gd name="connsiteX3" fmla="*/ 251499 w 6091008"/>
                <a:gd name="connsiteY3" fmla="*/ 5763842 h 6858000"/>
                <a:gd name="connsiteX4" fmla="*/ 308460 w 6091008"/>
                <a:gd name="connsiteY4" fmla="*/ 5806337 h 6858000"/>
                <a:gd name="connsiteX5" fmla="*/ 368305 w 6091008"/>
                <a:gd name="connsiteY5" fmla="*/ 5847248 h 6858000"/>
                <a:gd name="connsiteX6" fmla="*/ 430451 w 6091008"/>
                <a:gd name="connsiteY6" fmla="*/ 5887305 h 6858000"/>
                <a:gd name="connsiteX7" fmla="*/ 975811 w 6091008"/>
                <a:gd name="connsiteY7" fmla="*/ 6205653 h 6858000"/>
                <a:gd name="connsiteX8" fmla="*/ 1510250 w 6091008"/>
                <a:gd name="connsiteY8" fmla="*/ 6575390 h 6858000"/>
                <a:gd name="connsiteX9" fmla="*/ 2002437 w 6091008"/>
                <a:gd name="connsiteY9" fmla="*/ 6825029 h 6858000"/>
                <a:gd name="connsiteX10" fmla="*/ 2137670 w 6091008"/>
                <a:gd name="connsiteY10" fmla="*/ 6856874 h 6858000"/>
                <a:gd name="connsiteX11" fmla="*/ 2145778 w 6091008"/>
                <a:gd name="connsiteY11" fmla="*/ 6858000 h 6858000"/>
                <a:gd name="connsiteX12" fmla="*/ 1098858 w 6091008"/>
                <a:gd name="connsiteY12" fmla="*/ 6858000 h 6858000"/>
                <a:gd name="connsiteX13" fmla="*/ 1004166 w 6091008"/>
                <a:gd name="connsiteY13" fmla="*/ 6786858 h 6858000"/>
                <a:gd name="connsiteX14" fmla="*/ 751974 w 6091008"/>
                <a:gd name="connsiteY14" fmla="*/ 6608169 h 6858000"/>
                <a:gd name="connsiteX15" fmla="*/ 623305 w 6091008"/>
                <a:gd name="connsiteY15" fmla="*/ 6522172 h 6858000"/>
                <a:gd name="connsiteX16" fmla="*/ 492346 w 6091008"/>
                <a:gd name="connsiteY16" fmla="*/ 6437477 h 6858000"/>
                <a:gd name="connsiteX17" fmla="*/ 358536 w 6091008"/>
                <a:gd name="connsiteY17" fmla="*/ 6352312 h 6858000"/>
                <a:gd name="connsiteX18" fmla="*/ 290710 w 6091008"/>
                <a:gd name="connsiteY18" fmla="*/ 6308820 h 6858000"/>
                <a:gd name="connsiteX19" fmla="*/ 221792 w 6091008"/>
                <a:gd name="connsiteY19" fmla="*/ 6263122 h 6858000"/>
                <a:gd name="connsiteX20" fmla="*/ 152460 w 6091008"/>
                <a:gd name="connsiteY20" fmla="*/ 6215106 h 6858000"/>
                <a:gd name="connsiteX21" fmla="*/ 83055 w 6091008"/>
                <a:gd name="connsiteY21" fmla="*/ 6163978 h 6858000"/>
                <a:gd name="connsiteX22" fmla="*/ 14161 w 6091008"/>
                <a:gd name="connsiteY22" fmla="*/ 6109014 h 6858000"/>
                <a:gd name="connsiteX23" fmla="*/ 0 w 6091008"/>
                <a:gd name="connsiteY23" fmla="*/ 6096195 h 6858000"/>
                <a:gd name="connsiteX24" fmla="*/ 3707444 w 6091008"/>
                <a:gd name="connsiteY24" fmla="*/ 0 h 6858000"/>
                <a:gd name="connsiteX25" fmla="*/ 4265528 w 6091008"/>
                <a:gd name="connsiteY25" fmla="*/ 0 h 6858000"/>
                <a:gd name="connsiteX26" fmla="*/ 4291472 w 6091008"/>
                <a:gd name="connsiteY26" fmla="*/ 15596 h 6858000"/>
                <a:gd name="connsiteX27" fmla="*/ 4431124 w 6091008"/>
                <a:gd name="connsiteY27" fmla="*/ 119052 h 6858000"/>
                <a:gd name="connsiteX28" fmla="*/ 4899570 w 6091008"/>
                <a:gd name="connsiteY28" fmla="*/ 643769 h 6858000"/>
                <a:gd name="connsiteX29" fmla="*/ 5247925 w 6091008"/>
                <a:gd name="connsiteY29" fmla="*/ 1232134 h 6858000"/>
                <a:gd name="connsiteX30" fmla="*/ 5401234 w 6091008"/>
                <a:gd name="connsiteY30" fmla="*/ 1518442 h 6858000"/>
                <a:gd name="connsiteX31" fmla="*/ 5480921 w 6091008"/>
                <a:gd name="connsiteY31" fmla="*/ 1662114 h 6858000"/>
                <a:gd name="connsiteX32" fmla="*/ 5561804 w 6091008"/>
                <a:gd name="connsiteY32" fmla="*/ 1812436 h 6858000"/>
                <a:gd name="connsiteX33" fmla="*/ 5855037 w 6091008"/>
                <a:gd name="connsiteY33" fmla="*/ 2457716 h 6858000"/>
                <a:gd name="connsiteX34" fmla="*/ 6052254 w 6091008"/>
                <a:gd name="connsiteY34" fmla="*/ 3193699 h 6858000"/>
                <a:gd name="connsiteX35" fmla="*/ 6073151 w 6091008"/>
                <a:gd name="connsiteY35" fmla="*/ 4004612 h 6858000"/>
                <a:gd name="connsiteX36" fmla="*/ 6067309 w 6091008"/>
                <a:gd name="connsiteY36" fmla="*/ 4055890 h 6858000"/>
                <a:gd name="connsiteX37" fmla="*/ 6059979 w 6091008"/>
                <a:gd name="connsiteY37" fmla="*/ 4106917 h 6858000"/>
                <a:gd name="connsiteX38" fmla="*/ 6052371 w 6091008"/>
                <a:gd name="connsiteY38" fmla="*/ 4158016 h 6858000"/>
                <a:gd name="connsiteX39" fmla="*/ 6043434 w 6091008"/>
                <a:gd name="connsiteY39" fmla="*/ 4208759 h 6858000"/>
                <a:gd name="connsiteX40" fmla="*/ 6023229 w 6091008"/>
                <a:gd name="connsiteY40" fmla="*/ 4309769 h 6858000"/>
                <a:gd name="connsiteX41" fmla="*/ 5999922 w 6091008"/>
                <a:gd name="connsiteY41" fmla="*/ 4409799 h 6858000"/>
                <a:gd name="connsiteX42" fmla="*/ 5987157 w 6091008"/>
                <a:gd name="connsiteY42" fmla="*/ 4459369 h 6858000"/>
                <a:gd name="connsiteX43" fmla="*/ 5973731 w 6091008"/>
                <a:gd name="connsiteY43" fmla="*/ 4508027 h 6858000"/>
                <a:gd name="connsiteX44" fmla="*/ 5944653 w 6091008"/>
                <a:gd name="connsiteY44" fmla="*/ 4602538 h 6858000"/>
                <a:gd name="connsiteX45" fmla="*/ 5915334 w 6091008"/>
                <a:gd name="connsiteY45" fmla="*/ 4696982 h 6858000"/>
                <a:gd name="connsiteX46" fmla="*/ 5881786 w 6091008"/>
                <a:gd name="connsiteY46" fmla="*/ 4790295 h 6858000"/>
                <a:gd name="connsiteX47" fmla="*/ 5539609 w 6091008"/>
                <a:gd name="connsiteY47" fmla="*/ 5504511 h 6858000"/>
                <a:gd name="connsiteX48" fmla="*/ 5432400 w 6091008"/>
                <a:gd name="connsiteY48" fmla="*/ 5669348 h 6858000"/>
                <a:gd name="connsiteX49" fmla="*/ 5404330 w 6091008"/>
                <a:gd name="connsiteY49" fmla="*/ 5709372 h 6858000"/>
                <a:gd name="connsiteX50" fmla="*/ 5375525 w 6091008"/>
                <a:gd name="connsiteY50" fmla="*/ 5748757 h 6858000"/>
                <a:gd name="connsiteX51" fmla="*/ 5317831 w 6091008"/>
                <a:gd name="connsiteY51" fmla="*/ 5827355 h 6858000"/>
                <a:gd name="connsiteX52" fmla="*/ 5288208 w 6091008"/>
                <a:gd name="connsiteY52" fmla="*/ 5865932 h 6858000"/>
                <a:gd name="connsiteX53" fmla="*/ 5273251 w 6091008"/>
                <a:gd name="connsiteY53" fmla="*/ 5885035 h 6858000"/>
                <a:gd name="connsiteX54" fmla="*/ 5256656 w 6091008"/>
                <a:gd name="connsiteY54" fmla="*/ 5902520 h 6858000"/>
                <a:gd name="connsiteX55" fmla="*/ 5189858 w 6091008"/>
                <a:gd name="connsiteY55" fmla="*/ 5971616 h 6858000"/>
                <a:gd name="connsiteX56" fmla="*/ 5156287 w 6091008"/>
                <a:gd name="connsiteY56" fmla="*/ 6005600 h 6858000"/>
                <a:gd name="connsiteX57" fmla="*/ 5121598 w 6091008"/>
                <a:gd name="connsiteY57" fmla="*/ 6037962 h 6858000"/>
                <a:gd name="connsiteX58" fmla="*/ 5051798 w 6091008"/>
                <a:gd name="connsiteY58" fmla="*/ 6101838 h 6858000"/>
                <a:gd name="connsiteX59" fmla="*/ 4463594 w 6091008"/>
                <a:gd name="connsiteY59" fmla="*/ 6532280 h 6858000"/>
                <a:gd name="connsiteX60" fmla="*/ 4388637 w 6091008"/>
                <a:gd name="connsiteY60" fmla="*/ 6579169 h 6858000"/>
                <a:gd name="connsiteX61" fmla="*/ 4312856 w 6091008"/>
                <a:gd name="connsiteY61" fmla="*/ 6623337 h 6858000"/>
                <a:gd name="connsiteX62" fmla="*/ 4237558 w 6091008"/>
                <a:gd name="connsiteY62" fmla="*/ 6667632 h 6858000"/>
                <a:gd name="connsiteX63" fmla="*/ 4161774 w 6091008"/>
                <a:gd name="connsiteY63" fmla="*/ 6709883 h 6858000"/>
                <a:gd name="connsiteX64" fmla="*/ 4010448 w 6091008"/>
                <a:gd name="connsiteY64" fmla="*/ 6792981 h 6858000"/>
                <a:gd name="connsiteX65" fmla="*/ 3935163 w 6091008"/>
                <a:gd name="connsiteY65" fmla="*/ 6834338 h 6858000"/>
                <a:gd name="connsiteX66" fmla="*/ 3892887 w 6091008"/>
                <a:gd name="connsiteY66" fmla="*/ 6858000 h 6858000"/>
                <a:gd name="connsiteX67" fmla="*/ 2743942 w 6091008"/>
                <a:gd name="connsiteY67" fmla="*/ 6858000 h 6858000"/>
                <a:gd name="connsiteX68" fmla="*/ 2852577 w 6091008"/>
                <a:gd name="connsiteY68" fmla="*/ 6838910 h 6858000"/>
                <a:gd name="connsiteX69" fmla="*/ 3143255 w 6091008"/>
                <a:gd name="connsiteY69" fmla="*/ 6759775 h 6858000"/>
                <a:gd name="connsiteX70" fmla="*/ 3430899 w 6091008"/>
                <a:gd name="connsiteY70" fmla="*/ 6650056 h 6858000"/>
                <a:gd name="connsiteX71" fmla="*/ 3713289 w 6091008"/>
                <a:gd name="connsiteY71" fmla="*/ 6514054 h 6858000"/>
                <a:gd name="connsiteX72" fmla="*/ 3981228 w 6091008"/>
                <a:gd name="connsiteY72" fmla="*/ 6334878 h 6858000"/>
                <a:gd name="connsiteX73" fmla="*/ 4107885 w 6091008"/>
                <a:gd name="connsiteY73" fmla="*/ 6233689 h 6858000"/>
                <a:gd name="connsiteX74" fmla="*/ 4169795 w 6091008"/>
                <a:gd name="connsiteY74" fmla="*/ 6181389 h 6858000"/>
                <a:gd name="connsiteX75" fmla="*/ 4229189 w 6091008"/>
                <a:gd name="connsiteY75" fmla="*/ 6125914 h 6858000"/>
                <a:gd name="connsiteX76" fmla="*/ 4652064 w 6091008"/>
                <a:gd name="connsiteY76" fmla="*/ 5641457 h 6858000"/>
                <a:gd name="connsiteX77" fmla="*/ 4697555 w 6091008"/>
                <a:gd name="connsiteY77" fmla="*/ 5576516 h 6858000"/>
                <a:gd name="connsiteX78" fmla="*/ 4720492 w 6091008"/>
                <a:gd name="connsiteY78" fmla="*/ 5544537 h 6858000"/>
                <a:gd name="connsiteX79" fmla="*/ 4741922 w 6091008"/>
                <a:gd name="connsiteY79" fmla="*/ 5511420 h 6858000"/>
                <a:gd name="connsiteX80" fmla="*/ 4784179 w 6091008"/>
                <a:gd name="connsiteY80" fmla="*/ 5445022 h 6858000"/>
                <a:gd name="connsiteX81" fmla="*/ 4794796 w 6091008"/>
                <a:gd name="connsiteY81" fmla="*/ 5428584 h 6858000"/>
                <a:gd name="connsiteX82" fmla="*/ 4807173 w 6091008"/>
                <a:gd name="connsiteY82" fmla="*/ 5413795 h 6858000"/>
                <a:gd name="connsiteX83" fmla="*/ 4830010 w 6091008"/>
                <a:gd name="connsiteY83" fmla="*/ 5382674 h 6858000"/>
                <a:gd name="connsiteX84" fmla="*/ 4874298 w 6091008"/>
                <a:gd name="connsiteY84" fmla="*/ 5319323 h 6858000"/>
                <a:gd name="connsiteX85" fmla="*/ 4896484 w 6091008"/>
                <a:gd name="connsiteY85" fmla="*/ 5287734 h 6858000"/>
                <a:gd name="connsiteX86" fmla="*/ 4918019 w 6091008"/>
                <a:gd name="connsiteY86" fmla="*/ 5255673 h 6858000"/>
                <a:gd name="connsiteX87" fmla="*/ 4999238 w 6091008"/>
                <a:gd name="connsiteY87" fmla="*/ 5124058 h 6858000"/>
                <a:gd name="connsiteX88" fmla="*/ 5251271 w 6091008"/>
                <a:gd name="connsiteY88" fmla="*/ 4554965 h 6858000"/>
                <a:gd name="connsiteX89" fmla="*/ 5276136 w 6091008"/>
                <a:gd name="connsiteY89" fmla="*/ 4480521 h 6858000"/>
                <a:gd name="connsiteX90" fmla="*/ 5297442 w 6091008"/>
                <a:gd name="connsiteY90" fmla="*/ 4404389 h 6858000"/>
                <a:gd name="connsiteX91" fmla="*/ 5318953 w 6091008"/>
                <a:gd name="connsiteY91" fmla="*/ 4328458 h 6858000"/>
                <a:gd name="connsiteX92" fmla="*/ 5328684 w 6091008"/>
                <a:gd name="connsiteY92" fmla="*/ 4291175 h 6858000"/>
                <a:gd name="connsiteX93" fmla="*/ 5337470 w 6091008"/>
                <a:gd name="connsiteY93" fmla="*/ 4254522 h 6858000"/>
                <a:gd name="connsiteX94" fmla="*/ 5353277 w 6091008"/>
                <a:gd name="connsiteY94" fmla="*/ 4181038 h 6858000"/>
                <a:gd name="connsiteX95" fmla="*/ 5366762 w 6091008"/>
                <a:gd name="connsiteY95" fmla="*/ 4107520 h 6858000"/>
                <a:gd name="connsiteX96" fmla="*/ 5373105 w 6091008"/>
                <a:gd name="connsiteY96" fmla="*/ 4070802 h 6858000"/>
                <a:gd name="connsiteX97" fmla="*/ 5378288 w 6091008"/>
                <a:gd name="connsiteY97" fmla="*/ 4034066 h 6858000"/>
                <a:gd name="connsiteX98" fmla="*/ 5383471 w 6091008"/>
                <a:gd name="connsiteY98" fmla="*/ 3997331 h 6858000"/>
                <a:gd name="connsiteX99" fmla="*/ 5387373 w 6091008"/>
                <a:gd name="connsiteY99" fmla="*/ 3960547 h 6858000"/>
                <a:gd name="connsiteX100" fmla="*/ 5375699 w 6091008"/>
                <a:gd name="connsiteY100" fmla="*/ 3369810 h 6858000"/>
                <a:gd name="connsiteX101" fmla="*/ 5225695 w 6091008"/>
                <a:gd name="connsiteY101" fmla="*/ 2777923 h 6858000"/>
                <a:gd name="connsiteX102" fmla="*/ 4989893 w 6091008"/>
                <a:gd name="connsiteY102" fmla="*/ 2181595 h 6858000"/>
                <a:gd name="connsiteX103" fmla="*/ 4856777 w 6091008"/>
                <a:gd name="connsiteY103" fmla="*/ 1872581 h 6858000"/>
                <a:gd name="connsiteX104" fmla="*/ 4729367 w 6091008"/>
                <a:gd name="connsiteY104" fmla="*/ 1547581 h 6858000"/>
                <a:gd name="connsiteX105" fmla="*/ 4510575 w 6091008"/>
                <a:gd name="connsiteY105" fmla="*/ 917244 h 6858000"/>
                <a:gd name="connsiteX106" fmla="*/ 4387446 w 6091008"/>
                <a:gd name="connsiteY106" fmla="*/ 626512 h 6858000"/>
                <a:gd name="connsiteX107" fmla="*/ 4227716 w 6091008"/>
                <a:gd name="connsiteY107" fmla="*/ 368510 h 6858000"/>
                <a:gd name="connsiteX108" fmla="*/ 4017774 w 6091008"/>
                <a:gd name="connsiteY108" fmla="*/ 161674 h 6858000"/>
                <a:gd name="connsiteX109" fmla="*/ 3761542 w 6091008"/>
                <a:gd name="connsiteY109" fmla="*/ 19860 h 6858000"/>
                <a:gd name="connsiteX110" fmla="*/ 3727185 w 6091008"/>
                <a:gd name="connsiteY110" fmla="*/ 6533 h 6858000"/>
                <a:gd name="connsiteX111" fmla="*/ 1325680 w 6091008"/>
                <a:gd name="connsiteY111" fmla="*/ 0 h 6858000"/>
                <a:gd name="connsiteX112" fmla="*/ 2347354 w 6091008"/>
                <a:gd name="connsiteY112" fmla="*/ 0 h 6858000"/>
                <a:gd name="connsiteX113" fmla="*/ 2262734 w 6091008"/>
                <a:gd name="connsiteY113" fmla="*/ 20581 h 6858000"/>
                <a:gd name="connsiteX114" fmla="*/ 1969830 w 6091008"/>
                <a:gd name="connsiteY114" fmla="*/ 118108 h 6858000"/>
                <a:gd name="connsiteX115" fmla="*/ 1897367 w 6091008"/>
                <a:gd name="connsiteY115" fmla="*/ 145059 h 6858000"/>
                <a:gd name="connsiteX116" fmla="*/ 1825860 w 6091008"/>
                <a:gd name="connsiteY116" fmla="*/ 175210 h 6858000"/>
                <a:gd name="connsiteX117" fmla="*/ 1754258 w 6091008"/>
                <a:gd name="connsiteY117" fmla="*/ 204746 h 6858000"/>
                <a:gd name="connsiteX118" fmla="*/ 1683442 w 6091008"/>
                <a:gd name="connsiteY118" fmla="*/ 237143 h 6858000"/>
                <a:gd name="connsiteX119" fmla="*/ 1612330 w 6091008"/>
                <a:gd name="connsiteY119" fmla="*/ 268724 h 6858000"/>
                <a:gd name="connsiteX120" fmla="*/ 1542244 w 6091008"/>
                <a:gd name="connsiteY120" fmla="*/ 303229 h 6858000"/>
                <a:gd name="connsiteX121" fmla="*/ 1471990 w 6091008"/>
                <a:gd name="connsiteY121" fmla="*/ 337395 h 6858000"/>
                <a:gd name="connsiteX122" fmla="*/ 1402813 w 6091008"/>
                <a:gd name="connsiteY122" fmla="*/ 374794 h 6858000"/>
                <a:gd name="connsiteX123" fmla="*/ 1333886 w 6091008"/>
                <a:gd name="connsiteY123" fmla="*/ 412702 h 6858000"/>
                <a:gd name="connsiteX124" fmla="*/ 1266278 w 6091008"/>
                <a:gd name="connsiteY124" fmla="*/ 453907 h 6858000"/>
                <a:gd name="connsiteX125" fmla="*/ 1199136 w 6091008"/>
                <a:gd name="connsiteY125" fmla="*/ 496266 h 6858000"/>
                <a:gd name="connsiteX126" fmla="*/ 1182302 w 6091008"/>
                <a:gd name="connsiteY126" fmla="*/ 506917 h 6858000"/>
                <a:gd name="connsiteX127" fmla="*/ 1166009 w 6091008"/>
                <a:gd name="connsiteY127" fmla="*/ 518449 h 6858000"/>
                <a:gd name="connsiteX128" fmla="*/ 1133302 w 6091008"/>
                <a:gd name="connsiteY128" fmla="*/ 541479 h 6858000"/>
                <a:gd name="connsiteX129" fmla="*/ 1067923 w 6091008"/>
                <a:gd name="connsiteY129" fmla="*/ 587403 h 6858000"/>
                <a:gd name="connsiteX130" fmla="*/ 1051509 w 6091008"/>
                <a:gd name="connsiteY130" fmla="*/ 598902 h 6858000"/>
                <a:gd name="connsiteX131" fmla="*/ 1035673 w 6091008"/>
                <a:gd name="connsiteY131" fmla="*/ 611145 h 6858000"/>
                <a:gd name="connsiteX132" fmla="*/ 1003878 w 6091008"/>
                <a:gd name="connsiteY132" fmla="*/ 635598 h 6858000"/>
                <a:gd name="connsiteX133" fmla="*/ 877673 w 6091008"/>
                <a:gd name="connsiteY133" fmla="*/ 735582 h 6858000"/>
                <a:gd name="connsiteX134" fmla="*/ 417533 w 6091008"/>
                <a:gd name="connsiteY134" fmla="*/ 1198720 h 6858000"/>
                <a:gd name="connsiteX135" fmla="*/ 54935 w 6091008"/>
                <a:gd name="connsiteY135" fmla="*/ 1756293 h 6858000"/>
                <a:gd name="connsiteX136" fmla="*/ 17844 w 6091008"/>
                <a:gd name="connsiteY136" fmla="*/ 1831433 h 6858000"/>
                <a:gd name="connsiteX137" fmla="*/ 0 w 6091008"/>
                <a:gd name="connsiteY137" fmla="*/ 1869131 h 6858000"/>
                <a:gd name="connsiteX138" fmla="*/ 0 w 6091008"/>
                <a:gd name="connsiteY138" fmla="*/ 1198550 h 6858000"/>
                <a:gd name="connsiteX139" fmla="*/ 185957 w 6091008"/>
                <a:gd name="connsiteY139" fmla="*/ 961506 h 6858000"/>
                <a:gd name="connsiteX140" fmla="*/ 689746 w 6091008"/>
                <a:gd name="connsiteY140" fmla="*/ 447064 h 6858000"/>
                <a:gd name="connsiteX141" fmla="*/ 827126 w 6091008"/>
                <a:gd name="connsiteY141" fmla="*/ 333881 h 6858000"/>
                <a:gd name="connsiteX142" fmla="*/ 968997 w 6091008"/>
                <a:gd name="connsiteY142" fmla="*/ 228085 h 6858000"/>
                <a:gd name="connsiteX143" fmla="*/ 1004883 w 6091008"/>
                <a:gd name="connsiteY143" fmla="*/ 202373 h 6858000"/>
                <a:gd name="connsiteX144" fmla="*/ 1022826 w 6091008"/>
                <a:gd name="connsiteY144" fmla="*/ 189517 h 6858000"/>
                <a:gd name="connsiteX145" fmla="*/ 1041187 w 6091008"/>
                <a:gd name="connsiteY145" fmla="*/ 177509 h 6858000"/>
                <a:gd name="connsiteX146" fmla="*/ 1114760 w 6091008"/>
                <a:gd name="connsiteY146" fmla="*/ 129512 h 6858000"/>
                <a:gd name="connsiteX147" fmla="*/ 1188498 w 6091008"/>
                <a:gd name="connsiteY147" fmla="*/ 81854 h 6858000"/>
                <a:gd name="connsiteX148" fmla="*/ 1263461 w 6091008"/>
                <a:gd name="connsiteY148" fmla="*/ 3688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6091008" h="6858000">
                  <a:moveTo>
                    <a:pt x="0" y="5476844"/>
                  </a:moveTo>
                  <a:lnTo>
                    <a:pt x="15220" y="5501668"/>
                  </a:lnTo>
                  <a:cubicBezTo>
                    <a:pt x="69097" y="5585141"/>
                    <a:pt x="130925" y="5654403"/>
                    <a:pt x="198940" y="5717964"/>
                  </a:cubicBezTo>
                  <a:lnTo>
                    <a:pt x="251499" y="5763842"/>
                  </a:lnTo>
                  <a:lnTo>
                    <a:pt x="308460" y="5806337"/>
                  </a:lnTo>
                  <a:cubicBezTo>
                    <a:pt x="326685" y="5820934"/>
                    <a:pt x="348384" y="5833667"/>
                    <a:pt x="368305" y="5847248"/>
                  </a:cubicBezTo>
                  <a:cubicBezTo>
                    <a:pt x="388782" y="5860683"/>
                    <a:pt x="408424" y="5874336"/>
                    <a:pt x="430451" y="5887305"/>
                  </a:cubicBezTo>
                  <a:cubicBezTo>
                    <a:pt x="601703" y="5991186"/>
                    <a:pt x="792871" y="6091279"/>
                    <a:pt x="975811" y="6205653"/>
                  </a:cubicBezTo>
                  <a:cubicBezTo>
                    <a:pt x="1159565" y="6318920"/>
                    <a:pt x="1337666" y="6443625"/>
                    <a:pt x="1510250" y="6575390"/>
                  </a:cubicBezTo>
                  <a:cubicBezTo>
                    <a:pt x="1658997" y="6690317"/>
                    <a:pt x="1824862" y="6774210"/>
                    <a:pt x="2002437" y="6825029"/>
                  </a:cubicBezTo>
                  <a:cubicBezTo>
                    <a:pt x="2046812" y="6837803"/>
                    <a:pt x="2091936" y="6848385"/>
                    <a:pt x="2137670" y="6856874"/>
                  </a:cubicBezTo>
                  <a:lnTo>
                    <a:pt x="2145778" y="6858000"/>
                  </a:lnTo>
                  <a:lnTo>
                    <a:pt x="1098858" y="6858000"/>
                  </a:lnTo>
                  <a:lnTo>
                    <a:pt x="1004166" y="6786858"/>
                  </a:lnTo>
                  <a:cubicBezTo>
                    <a:pt x="920997" y="6725805"/>
                    <a:pt x="837118" y="6666016"/>
                    <a:pt x="751974" y="6608169"/>
                  </a:cubicBezTo>
                  <a:lnTo>
                    <a:pt x="623305" y="6522172"/>
                  </a:lnTo>
                  <a:lnTo>
                    <a:pt x="492346" y="6437477"/>
                  </a:lnTo>
                  <a:lnTo>
                    <a:pt x="358536" y="6352312"/>
                  </a:lnTo>
                  <a:lnTo>
                    <a:pt x="290710" y="6308820"/>
                  </a:lnTo>
                  <a:lnTo>
                    <a:pt x="221792" y="6263122"/>
                  </a:lnTo>
                  <a:cubicBezTo>
                    <a:pt x="198889" y="6248595"/>
                    <a:pt x="175526" y="6231442"/>
                    <a:pt x="152460" y="6215106"/>
                  </a:cubicBezTo>
                  <a:cubicBezTo>
                    <a:pt x="129301" y="6198154"/>
                    <a:pt x="105988" y="6183223"/>
                    <a:pt x="83055" y="6163978"/>
                  </a:cubicBezTo>
                  <a:lnTo>
                    <a:pt x="14161" y="6109014"/>
                  </a:lnTo>
                  <a:lnTo>
                    <a:pt x="0" y="6096195"/>
                  </a:lnTo>
                  <a:close/>
                  <a:moveTo>
                    <a:pt x="3707444" y="0"/>
                  </a:moveTo>
                  <a:lnTo>
                    <a:pt x="4265528" y="0"/>
                  </a:lnTo>
                  <a:lnTo>
                    <a:pt x="4291472" y="15596"/>
                  </a:lnTo>
                  <a:cubicBezTo>
                    <a:pt x="4339292" y="47637"/>
                    <a:pt x="4385917" y="82210"/>
                    <a:pt x="4431124" y="119052"/>
                  </a:cubicBezTo>
                  <a:cubicBezTo>
                    <a:pt x="4612085" y="266897"/>
                    <a:pt x="4766658" y="451392"/>
                    <a:pt x="4899570" y="643769"/>
                  </a:cubicBezTo>
                  <a:cubicBezTo>
                    <a:pt x="5032421" y="836866"/>
                    <a:pt x="5144168" y="1037706"/>
                    <a:pt x="5247925" y="1232134"/>
                  </a:cubicBezTo>
                  <a:cubicBezTo>
                    <a:pt x="5299886" y="1329516"/>
                    <a:pt x="5349860" y="1425631"/>
                    <a:pt x="5401234" y="1518442"/>
                  </a:cubicBezTo>
                  <a:lnTo>
                    <a:pt x="5480921" y="1662114"/>
                  </a:lnTo>
                  <a:cubicBezTo>
                    <a:pt x="5508162" y="1711659"/>
                    <a:pt x="5535098" y="1761858"/>
                    <a:pt x="5561804" y="1812436"/>
                  </a:cubicBezTo>
                  <a:cubicBezTo>
                    <a:pt x="5668394" y="2015131"/>
                    <a:pt x="5769309" y="2228374"/>
                    <a:pt x="5855037" y="2457716"/>
                  </a:cubicBezTo>
                  <a:cubicBezTo>
                    <a:pt x="5940757" y="2686612"/>
                    <a:pt x="6011031" y="2932566"/>
                    <a:pt x="6052254" y="3193699"/>
                  </a:cubicBezTo>
                  <a:cubicBezTo>
                    <a:pt x="6093625" y="3454283"/>
                    <a:pt x="6103924" y="3730828"/>
                    <a:pt x="6073151" y="4004612"/>
                  </a:cubicBezTo>
                  <a:lnTo>
                    <a:pt x="6067309" y="4055890"/>
                  </a:lnTo>
                  <a:cubicBezTo>
                    <a:pt x="6065066" y="4072953"/>
                    <a:pt x="6062462" y="4089919"/>
                    <a:pt x="6059979" y="4106917"/>
                  </a:cubicBezTo>
                  <a:lnTo>
                    <a:pt x="6052371" y="4158016"/>
                  </a:lnTo>
                  <a:cubicBezTo>
                    <a:pt x="6049766" y="4174982"/>
                    <a:pt x="6046401" y="4191890"/>
                    <a:pt x="6043434" y="4208759"/>
                  </a:cubicBezTo>
                  <a:cubicBezTo>
                    <a:pt x="6037102" y="4242536"/>
                    <a:pt x="6031011" y="4276380"/>
                    <a:pt x="6023229" y="4309769"/>
                  </a:cubicBezTo>
                  <a:cubicBezTo>
                    <a:pt x="6015690" y="4343223"/>
                    <a:pt x="6008874" y="4376870"/>
                    <a:pt x="5999922" y="4409799"/>
                  </a:cubicBezTo>
                  <a:lnTo>
                    <a:pt x="5987157" y="4459369"/>
                  </a:lnTo>
                  <a:cubicBezTo>
                    <a:pt x="5982945" y="4476053"/>
                    <a:pt x="5978687" y="4492427"/>
                    <a:pt x="5973731" y="4508027"/>
                  </a:cubicBezTo>
                  <a:lnTo>
                    <a:pt x="5944653" y="4602538"/>
                  </a:lnTo>
                  <a:lnTo>
                    <a:pt x="5915334" y="4696982"/>
                  </a:lnTo>
                  <a:cubicBezTo>
                    <a:pt x="5905346" y="4728457"/>
                    <a:pt x="5892944" y="4759283"/>
                    <a:pt x="5881786" y="4790295"/>
                  </a:cubicBezTo>
                  <a:cubicBezTo>
                    <a:pt x="5791737" y="5038923"/>
                    <a:pt x="5677271" y="5280123"/>
                    <a:pt x="5539609" y="5504511"/>
                  </a:cubicBezTo>
                  <a:lnTo>
                    <a:pt x="5432400" y="5669348"/>
                  </a:lnTo>
                  <a:cubicBezTo>
                    <a:pt x="5423763" y="5683225"/>
                    <a:pt x="5413823" y="5696165"/>
                    <a:pt x="5404330" y="5709372"/>
                  </a:cubicBezTo>
                  <a:lnTo>
                    <a:pt x="5375525" y="5748757"/>
                  </a:lnTo>
                  <a:lnTo>
                    <a:pt x="5317831" y="5827355"/>
                  </a:lnTo>
                  <a:cubicBezTo>
                    <a:pt x="5308217" y="5840529"/>
                    <a:pt x="5298639" y="5853567"/>
                    <a:pt x="5288208" y="5865932"/>
                  </a:cubicBezTo>
                  <a:cubicBezTo>
                    <a:pt x="5283153" y="5872232"/>
                    <a:pt x="5278509" y="5878936"/>
                    <a:pt x="5273251" y="5885035"/>
                  </a:cubicBezTo>
                  <a:cubicBezTo>
                    <a:pt x="5267908" y="5890963"/>
                    <a:pt x="5262120" y="5896624"/>
                    <a:pt x="5256656" y="5902520"/>
                  </a:cubicBezTo>
                  <a:lnTo>
                    <a:pt x="5189858" y="5971616"/>
                  </a:lnTo>
                  <a:cubicBezTo>
                    <a:pt x="5178681" y="5982899"/>
                    <a:pt x="5167959" y="5994892"/>
                    <a:pt x="5156287" y="6005600"/>
                  </a:cubicBezTo>
                  <a:lnTo>
                    <a:pt x="5121598" y="6037962"/>
                  </a:lnTo>
                  <a:lnTo>
                    <a:pt x="5051798" y="6101838"/>
                  </a:lnTo>
                  <a:cubicBezTo>
                    <a:pt x="4864110" y="6268956"/>
                    <a:pt x="4663874" y="6407541"/>
                    <a:pt x="4463594" y="6532280"/>
                  </a:cubicBezTo>
                  <a:cubicBezTo>
                    <a:pt x="4438472" y="6547774"/>
                    <a:pt x="4413434" y="6563439"/>
                    <a:pt x="4388637" y="6579169"/>
                  </a:cubicBezTo>
                  <a:lnTo>
                    <a:pt x="4312856" y="6623337"/>
                  </a:lnTo>
                  <a:lnTo>
                    <a:pt x="4237558" y="6667632"/>
                  </a:lnTo>
                  <a:cubicBezTo>
                    <a:pt x="4212548" y="6682715"/>
                    <a:pt x="4186842" y="6695553"/>
                    <a:pt x="4161774" y="6709883"/>
                  </a:cubicBezTo>
                  <a:cubicBezTo>
                    <a:pt x="4111167" y="6737392"/>
                    <a:pt x="4061123" y="6766670"/>
                    <a:pt x="4010448" y="6792981"/>
                  </a:cubicBezTo>
                  <a:cubicBezTo>
                    <a:pt x="3985322" y="6806562"/>
                    <a:pt x="3960037" y="6820248"/>
                    <a:pt x="3935163" y="6834338"/>
                  </a:cubicBezTo>
                  <a:lnTo>
                    <a:pt x="3892887" y="6858000"/>
                  </a:lnTo>
                  <a:lnTo>
                    <a:pt x="2743942" y="6858000"/>
                  </a:lnTo>
                  <a:lnTo>
                    <a:pt x="2852577" y="6838910"/>
                  </a:lnTo>
                  <a:cubicBezTo>
                    <a:pt x="2949686" y="6818527"/>
                    <a:pt x="3046805" y="6791706"/>
                    <a:pt x="3143255" y="6759775"/>
                  </a:cubicBezTo>
                  <a:cubicBezTo>
                    <a:pt x="3239807" y="6727945"/>
                    <a:pt x="3335416" y="6689975"/>
                    <a:pt x="3430899" y="6650056"/>
                  </a:cubicBezTo>
                  <a:cubicBezTo>
                    <a:pt x="3526299" y="6609969"/>
                    <a:pt x="3621242" y="6565786"/>
                    <a:pt x="3713289" y="6514054"/>
                  </a:cubicBezTo>
                  <a:cubicBezTo>
                    <a:pt x="3805137" y="6460650"/>
                    <a:pt x="3895762" y="6401178"/>
                    <a:pt x="3981228" y="6334878"/>
                  </a:cubicBezTo>
                  <a:cubicBezTo>
                    <a:pt x="4024934" y="6303166"/>
                    <a:pt x="4066572" y="6268544"/>
                    <a:pt x="4107885" y="6233689"/>
                  </a:cubicBezTo>
                  <a:cubicBezTo>
                    <a:pt x="4128602" y="6216277"/>
                    <a:pt x="4149365" y="6199173"/>
                    <a:pt x="4169795" y="6181389"/>
                  </a:cubicBezTo>
                  <a:cubicBezTo>
                    <a:pt x="4189729" y="6163032"/>
                    <a:pt x="4209542" y="6144643"/>
                    <a:pt x="4229189" y="6125914"/>
                  </a:cubicBezTo>
                  <a:cubicBezTo>
                    <a:pt x="4387326" y="5978255"/>
                    <a:pt x="4528049" y="5812977"/>
                    <a:pt x="4652064" y="5641457"/>
                  </a:cubicBezTo>
                  <a:lnTo>
                    <a:pt x="4697555" y="5576516"/>
                  </a:lnTo>
                  <a:lnTo>
                    <a:pt x="4720492" y="5544537"/>
                  </a:lnTo>
                  <a:cubicBezTo>
                    <a:pt x="4728246" y="5533956"/>
                    <a:pt x="4734819" y="5522469"/>
                    <a:pt x="4741922" y="5511420"/>
                  </a:cubicBezTo>
                  <a:lnTo>
                    <a:pt x="4784179" y="5445022"/>
                  </a:lnTo>
                  <a:cubicBezTo>
                    <a:pt x="4787730" y="5439497"/>
                    <a:pt x="4791161" y="5433940"/>
                    <a:pt x="4794796" y="5428584"/>
                  </a:cubicBezTo>
                  <a:cubicBezTo>
                    <a:pt x="4798637" y="5423432"/>
                    <a:pt x="4803091" y="5418884"/>
                    <a:pt x="4807173" y="5413795"/>
                  </a:cubicBezTo>
                  <a:cubicBezTo>
                    <a:pt x="4815384" y="5403926"/>
                    <a:pt x="4822656" y="5393214"/>
                    <a:pt x="4830010" y="5382674"/>
                  </a:cubicBezTo>
                  <a:lnTo>
                    <a:pt x="4874298" y="5319323"/>
                  </a:lnTo>
                  <a:lnTo>
                    <a:pt x="4896484" y="5287734"/>
                  </a:lnTo>
                  <a:cubicBezTo>
                    <a:pt x="4903839" y="5277191"/>
                    <a:pt x="4911520" y="5266885"/>
                    <a:pt x="4918019" y="5255673"/>
                  </a:cubicBezTo>
                  <a:lnTo>
                    <a:pt x="4999238" y="5124058"/>
                  </a:lnTo>
                  <a:cubicBezTo>
                    <a:pt x="5102559" y="4945225"/>
                    <a:pt x="5185787" y="4753943"/>
                    <a:pt x="5251271" y="4554965"/>
                  </a:cubicBezTo>
                  <a:cubicBezTo>
                    <a:pt x="5259371" y="4530051"/>
                    <a:pt x="5268846" y="4505799"/>
                    <a:pt x="5276136" y="4480521"/>
                  </a:cubicBezTo>
                  <a:lnTo>
                    <a:pt x="5297442" y="4404389"/>
                  </a:lnTo>
                  <a:lnTo>
                    <a:pt x="5318953" y="4328458"/>
                  </a:lnTo>
                  <a:cubicBezTo>
                    <a:pt x="5322895" y="4315679"/>
                    <a:pt x="5325929" y="4303390"/>
                    <a:pt x="5328684" y="4291175"/>
                  </a:cubicBezTo>
                  <a:lnTo>
                    <a:pt x="5337470" y="4254522"/>
                  </a:lnTo>
                  <a:cubicBezTo>
                    <a:pt x="5343899" y="4230045"/>
                    <a:pt x="5348129" y="4205565"/>
                    <a:pt x="5353277" y="4181038"/>
                  </a:cubicBezTo>
                  <a:cubicBezTo>
                    <a:pt x="5358786" y="4156608"/>
                    <a:pt x="5362533" y="4132000"/>
                    <a:pt x="5366762" y="4107520"/>
                  </a:cubicBezTo>
                  <a:cubicBezTo>
                    <a:pt x="5368877" y="4095280"/>
                    <a:pt x="5371390" y="4083000"/>
                    <a:pt x="5373105" y="4070802"/>
                  </a:cubicBezTo>
                  <a:lnTo>
                    <a:pt x="5378288" y="4034066"/>
                  </a:lnTo>
                  <a:lnTo>
                    <a:pt x="5383471" y="3997331"/>
                  </a:lnTo>
                  <a:lnTo>
                    <a:pt x="5387373" y="3960547"/>
                  </a:lnTo>
                  <a:cubicBezTo>
                    <a:pt x="5408513" y="3764258"/>
                    <a:pt x="5404752" y="3567184"/>
                    <a:pt x="5375699" y="3369810"/>
                  </a:cubicBezTo>
                  <a:cubicBezTo>
                    <a:pt x="5347044" y="3172396"/>
                    <a:pt x="5293473" y="2975222"/>
                    <a:pt x="5225695" y="2777923"/>
                  </a:cubicBezTo>
                  <a:cubicBezTo>
                    <a:pt x="5157675" y="2580560"/>
                    <a:pt x="5075729" y="2382997"/>
                    <a:pt x="4989893" y="2181595"/>
                  </a:cubicBezTo>
                  <a:lnTo>
                    <a:pt x="4856777" y="1872581"/>
                  </a:lnTo>
                  <a:cubicBezTo>
                    <a:pt x="4811108" y="1763784"/>
                    <a:pt x="4768691" y="1655416"/>
                    <a:pt x="4729367" y="1547581"/>
                  </a:cubicBezTo>
                  <a:cubicBezTo>
                    <a:pt x="4650320" y="1331954"/>
                    <a:pt x="4585048" y="1118545"/>
                    <a:pt x="4510575" y="917244"/>
                  </a:cubicBezTo>
                  <a:cubicBezTo>
                    <a:pt x="4473339" y="816594"/>
                    <a:pt x="4433491" y="718925"/>
                    <a:pt x="4387446" y="626512"/>
                  </a:cubicBezTo>
                  <a:cubicBezTo>
                    <a:pt x="4341559" y="533993"/>
                    <a:pt x="4289352" y="446701"/>
                    <a:pt x="4227716" y="368510"/>
                  </a:cubicBezTo>
                  <a:cubicBezTo>
                    <a:pt x="4166554" y="290006"/>
                    <a:pt x="4096194" y="220222"/>
                    <a:pt x="4017774" y="161674"/>
                  </a:cubicBezTo>
                  <a:cubicBezTo>
                    <a:pt x="3939391" y="102989"/>
                    <a:pt x="3853034" y="55709"/>
                    <a:pt x="3761542" y="19860"/>
                  </a:cubicBezTo>
                  <a:lnTo>
                    <a:pt x="3727185" y="6533"/>
                  </a:lnTo>
                  <a:close/>
                  <a:moveTo>
                    <a:pt x="1325680" y="0"/>
                  </a:moveTo>
                  <a:lnTo>
                    <a:pt x="2347354" y="0"/>
                  </a:lnTo>
                  <a:lnTo>
                    <a:pt x="2262734" y="20581"/>
                  </a:lnTo>
                  <a:cubicBezTo>
                    <a:pt x="2164073" y="49233"/>
                    <a:pt x="2066423" y="82020"/>
                    <a:pt x="1969830" y="118108"/>
                  </a:cubicBezTo>
                  <a:cubicBezTo>
                    <a:pt x="1945675" y="127092"/>
                    <a:pt x="1921391" y="135598"/>
                    <a:pt x="1897367" y="145059"/>
                  </a:cubicBezTo>
                  <a:cubicBezTo>
                    <a:pt x="1873522" y="155302"/>
                    <a:pt x="1849679" y="165546"/>
                    <a:pt x="1825860" y="175210"/>
                  </a:cubicBezTo>
                  <a:lnTo>
                    <a:pt x="1754258" y="204746"/>
                  </a:lnTo>
                  <a:lnTo>
                    <a:pt x="1683442" y="237143"/>
                  </a:lnTo>
                  <a:cubicBezTo>
                    <a:pt x="1659851" y="247896"/>
                    <a:pt x="1636127" y="258172"/>
                    <a:pt x="1612330" y="268724"/>
                  </a:cubicBezTo>
                  <a:lnTo>
                    <a:pt x="1542244" y="303229"/>
                  </a:lnTo>
                  <a:lnTo>
                    <a:pt x="1471990" y="337395"/>
                  </a:lnTo>
                  <a:cubicBezTo>
                    <a:pt x="1448660" y="349103"/>
                    <a:pt x="1425927" y="362441"/>
                    <a:pt x="1402813" y="374794"/>
                  </a:cubicBezTo>
                  <a:lnTo>
                    <a:pt x="1333886" y="412702"/>
                  </a:lnTo>
                  <a:cubicBezTo>
                    <a:pt x="1310940" y="425394"/>
                    <a:pt x="1288842" y="440228"/>
                    <a:pt x="1266278" y="453907"/>
                  </a:cubicBezTo>
                  <a:lnTo>
                    <a:pt x="1199136" y="496266"/>
                  </a:lnTo>
                  <a:lnTo>
                    <a:pt x="1182302" y="506917"/>
                  </a:lnTo>
                  <a:lnTo>
                    <a:pt x="1166009" y="518449"/>
                  </a:lnTo>
                  <a:lnTo>
                    <a:pt x="1133302" y="541479"/>
                  </a:lnTo>
                  <a:lnTo>
                    <a:pt x="1067923" y="587403"/>
                  </a:lnTo>
                  <a:lnTo>
                    <a:pt x="1051509" y="598902"/>
                  </a:lnTo>
                  <a:lnTo>
                    <a:pt x="1035673" y="611145"/>
                  </a:lnTo>
                  <a:lnTo>
                    <a:pt x="1003878" y="635598"/>
                  </a:lnTo>
                  <a:cubicBezTo>
                    <a:pt x="961473" y="668248"/>
                    <a:pt x="918407" y="699983"/>
                    <a:pt x="877673" y="735582"/>
                  </a:cubicBezTo>
                  <a:cubicBezTo>
                    <a:pt x="711850" y="872792"/>
                    <a:pt x="555901" y="1026776"/>
                    <a:pt x="417533" y="1198720"/>
                  </a:cubicBezTo>
                  <a:cubicBezTo>
                    <a:pt x="278999" y="1370325"/>
                    <a:pt x="156917" y="1557820"/>
                    <a:pt x="54935" y="1756293"/>
                  </a:cubicBezTo>
                  <a:lnTo>
                    <a:pt x="17844" y="1831433"/>
                  </a:lnTo>
                  <a:lnTo>
                    <a:pt x="0" y="1869131"/>
                  </a:lnTo>
                  <a:lnTo>
                    <a:pt x="0" y="1198550"/>
                  </a:lnTo>
                  <a:lnTo>
                    <a:pt x="185957" y="961506"/>
                  </a:lnTo>
                  <a:cubicBezTo>
                    <a:pt x="342426" y="776600"/>
                    <a:pt x="509755" y="602849"/>
                    <a:pt x="689746" y="447064"/>
                  </a:cubicBezTo>
                  <a:cubicBezTo>
                    <a:pt x="733932" y="406795"/>
                    <a:pt x="780859" y="370795"/>
                    <a:pt x="827126" y="333881"/>
                  </a:cubicBezTo>
                  <a:cubicBezTo>
                    <a:pt x="872886" y="295949"/>
                    <a:pt x="921195" y="262526"/>
                    <a:pt x="968997" y="228085"/>
                  </a:cubicBezTo>
                  <a:lnTo>
                    <a:pt x="1004883" y="202373"/>
                  </a:lnTo>
                  <a:lnTo>
                    <a:pt x="1022826" y="189517"/>
                  </a:lnTo>
                  <a:lnTo>
                    <a:pt x="1041187" y="177509"/>
                  </a:lnTo>
                  <a:lnTo>
                    <a:pt x="1114760" y="129512"/>
                  </a:lnTo>
                  <a:cubicBezTo>
                    <a:pt x="1139435" y="113750"/>
                    <a:pt x="1163439" y="96630"/>
                    <a:pt x="1188498" y="81854"/>
                  </a:cubicBezTo>
                  <a:lnTo>
                    <a:pt x="1263461" y="36880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01D44A9-1D51-461B-A228-06F6C500B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5600" cy="6858000"/>
            </a:xfrm>
            <a:custGeom>
              <a:avLst/>
              <a:gdLst>
                <a:gd name="connsiteX0" fmla="*/ 0 w 6055600"/>
                <a:gd name="connsiteY0" fmla="*/ 5960220 h 6858000"/>
                <a:gd name="connsiteX1" fmla="*/ 36039 w 6055600"/>
                <a:gd name="connsiteY1" fmla="*/ 6002605 h 6858000"/>
                <a:gd name="connsiteX2" fmla="*/ 92950 w 6055600"/>
                <a:gd name="connsiteY2" fmla="*/ 6059050 h 6858000"/>
                <a:gd name="connsiteX3" fmla="*/ 153706 w 6055600"/>
                <a:gd name="connsiteY3" fmla="*/ 6111427 h 6858000"/>
                <a:gd name="connsiteX4" fmla="*/ 216806 w 6055600"/>
                <a:gd name="connsiteY4" fmla="*/ 6161603 h 6858000"/>
                <a:gd name="connsiteX5" fmla="*/ 281945 w 6055600"/>
                <a:gd name="connsiteY5" fmla="*/ 6209777 h 6858000"/>
                <a:gd name="connsiteX6" fmla="*/ 553337 w 6055600"/>
                <a:gd name="connsiteY6" fmla="*/ 6391500 h 6858000"/>
                <a:gd name="connsiteX7" fmla="*/ 690543 w 6055600"/>
                <a:gd name="connsiteY7" fmla="*/ 6481634 h 6858000"/>
                <a:gd name="connsiteX8" fmla="*/ 827127 w 6055600"/>
                <a:gd name="connsiteY8" fmla="*/ 6573159 h 6858000"/>
                <a:gd name="connsiteX9" fmla="*/ 1095915 w 6055600"/>
                <a:gd name="connsiteY9" fmla="*/ 6762202 h 6858000"/>
                <a:gd name="connsiteX10" fmla="*/ 1224853 w 6055600"/>
                <a:gd name="connsiteY10" fmla="*/ 6858000 h 6858000"/>
                <a:gd name="connsiteX11" fmla="*/ 1154072 w 6055600"/>
                <a:gd name="connsiteY11" fmla="*/ 6858000 h 6858000"/>
                <a:gd name="connsiteX12" fmla="*/ 1073489 w 6055600"/>
                <a:gd name="connsiteY12" fmla="*/ 6799140 h 6858000"/>
                <a:gd name="connsiteX13" fmla="*/ 800175 w 6055600"/>
                <a:gd name="connsiteY13" fmla="*/ 6620441 h 6858000"/>
                <a:gd name="connsiteX14" fmla="*/ 231518 w 6055600"/>
                <a:gd name="connsiteY14" fmla="*/ 6299323 h 6858000"/>
                <a:gd name="connsiteX15" fmla="*/ 160401 w 6055600"/>
                <a:gd name="connsiteY15" fmla="*/ 6256627 h 6858000"/>
                <a:gd name="connsiteX16" fmla="*/ 89697 w 6055600"/>
                <a:gd name="connsiteY16" fmla="*/ 6211916 h 6858000"/>
                <a:gd name="connsiteX17" fmla="*/ 20148 w 6055600"/>
                <a:gd name="connsiteY17" fmla="*/ 6163835 h 6858000"/>
                <a:gd name="connsiteX18" fmla="*/ 0 w 6055600"/>
                <a:gd name="connsiteY18" fmla="*/ 6147796 h 6858000"/>
                <a:gd name="connsiteX19" fmla="*/ 3748345 w 6055600"/>
                <a:gd name="connsiteY19" fmla="*/ 0 h 6858000"/>
                <a:gd name="connsiteX20" fmla="*/ 4277792 w 6055600"/>
                <a:gd name="connsiteY20" fmla="*/ 0 h 6858000"/>
                <a:gd name="connsiteX21" fmla="*/ 4339531 w 6055600"/>
                <a:gd name="connsiteY21" fmla="*/ 40262 h 6858000"/>
                <a:gd name="connsiteX22" fmla="*/ 4476306 w 6055600"/>
                <a:gd name="connsiteY22" fmla="*/ 153922 h 6858000"/>
                <a:gd name="connsiteX23" fmla="*/ 4713639 w 6055600"/>
                <a:gd name="connsiteY23" fmla="*/ 422076 h 6858000"/>
                <a:gd name="connsiteX24" fmla="*/ 4906991 w 6055600"/>
                <a:gd name="connsiteY24" fmla="*/ 723463 h 6858000"/>
                <a:gd name="connsiteX25" fmla="*/ 5070511 w 6055600"/>
                <a:gd name="connsiteY25" fmla="*/ 1037524 h 6858000"/>
                <a:gd name="connsiteX26" fmla="*/ 5219493 w 6055600"/>
                <a:gd name="connsiteY26" fmla="*/ 1352079 h 6858000"/>
                <a:gd name="connsiteX27" fmla="*/ 5367779 w 6055600"/>
                <a:gd name="connsiteY27" fmla="*/ 1658945 h 6858000"/>
                <a:gd name="connsiteX28" fmla="*/ 5446095 w 6055600"/>
                <a:gd name="connsiteY28" fmla="*/ 1811301 h 6858000"/>
                <a:gd name="connsiteX29" fmla="*/ 5525115 w 6055600"/>
                <a:gd name="connsiteY29" fmla="*/ 1967103 h 6858000"/>
                <a:gd name="connsiteX30" fmla="*/ 5816642 w 6055600"/>
                <a:gd name="connsiteY30" fmla="*/ 2618837 h 6858000"/>
                <a:gd name="connsiteX31" fmla="*/ 6015787 w 6055600"/>
                <a:gd name="connsiteY31" fmla="*/ 3339957 h 6858000"/>
                <a:gd name="connsiteX32" fmla="*/ 6054206 w 6055600"/>
                <a:gd name="connsiteY32" fmla="*/ 3727239 h 6858000"/>
                <a:gd name="connsiteX33" fmla="*/ 6039811 w 6055600"/>
                <a:gd name="connsiteY33" fmla="*/ 4122735 h 6858000"/>
                <a:gd name="connsiteX34" fmla="*/ 5971601 w 6055600"/>
                <a:gd name="connsiteY34" fmla="*/ 4514288 h 6858000"/>
                <a:gd name="connsiteX35" fmla="*/ 5946751 w 6055600"/>
                <a:gd name="connsiteY35" fmla="*/ 4609838 h 6858000"/>
                <a:gd name="connsiteX36" fmla="*/ 5919986 w 6055600"/>
                <a:gd name="connsiteY36" fmla="*/ 4703178 h 6858000"/>
                <a:gd name="connsiteX37" fmla="*/ 5890731 w 6055600"/>
                <a:gd name="connsiteY37" fmla="*/ 4795992 h 6858000"/>
                <a:gd name="connsiteX38" fmla="*/ 5859058 w 6055600"/>
                <a:gd name="connsiteY38" fmla="*/ 4888015 h 6858000"/>
                <a:gd name="connsiteX39" fmla="*/ 5525053 w 6055600"/>
                <a:gd name="connsiteY39" fmla="*/ 5588449 h 6858000"/>
                <a:gd name="connsiteX40" fmla="*/ 5058962 w 6055600"/>
                <a:gd name="connsiteY40" fmla="*/ 6189929 h 6858000"/>
                <a:gd name="connsiteX41" fmla="*/ 4787706 w 6055600"/>
                <a:gd name="connsiteY41" fmla="*/ 6442985 h 6858000"/>
                <a:gd name="connsiteX42" fmla="*/ 4498686 w 6055600"/>
                <a:gd name="connsiteY42" fmla="*/ 6663678 h 6858000"/>
                <a:gd name="connsiteX43" fmla="*/ 4197167 w 6055600"/>
                <a:gd name="connsiteY43" fmla="*/ 6854053 h 6858000"/>
                <a:gd name="connsiteX44" fmla="*/ 4189720 w 6055600"/>
                <a:gd name="connsiteY44" fmla="*/ 6858000 h 6858000"/>
                <a:gd name="connsiteX45" fmla="*/ 3651929 w 6055600"/>
                <a:gd name="connsiteY45" fmla="*/ 6858000 h 6858000"/>
                <a:gd name="connsiteX46" fmla="*/ 3789040 w 6055600"/>
                <a:gd name="connsiteY46" fmla="*/ 6778034 h 6858000"/>
                <a:gd name="connsiteX47" fmla="*/ 4335568 w 6055600"/>
                <a:gd name="connsiteY47" fmla="*/ 6382709 h 6858000"/>
                <a:gd name="connsiteX48" fmla="*/ 4586923 w 6055600"/>
                <a:gd name="connsiteY48" fmla="*/ 6158577 h 6858000"/>
                <a:gd name="connsiteX49" fmla="*/ 4819585 w 6055600"/>
                <a:gd name="connsiteY49" fmla="*/ 5915847 h 6858000"/>
                <a:gd name="connsiteX50" fmla="*/ 5214727 w 6055600"/>
                <a:gd name="connsiteY50" fmla="*/ 5371094 h 6858000"/>
                <a:gd name="connsiteX51" fmla="*/ 5495409 w 6055600"/>
                <a:gd name="connsiteY51" fmla="*/ 4752778 h 6858000"/>
                <a:gd name="connsiteX52" fmla="*/ 5522322 w 6055600"/>
                <a:gd name="connsiteY52" fmla="*/ 4671511 h 6858000"/>
                <a:gd name="connsiteX53" fmla="*/ 5547631 w 6055600"/>
                <a:gd name="connsiteY53" fmla="*/ 4589675 h 6858000"/>
                <a:gd name="connsiteX54" fmla="*/ 5570792 w 6055600"/>
                <a:gd name="connsiteY54" fmla="*/ 4506978 h 6858000"/>
                <a:gd name="connsiteX55" fmla="*/ 5591541 w 6055600"/>
                <a:gd name="connsiteY55" fmla="*/ 4425334 h 6858000"/>
                <a:gd name="connsiteX56" fmla="*/ 5649500 w 6055600"/>
                <a:gd name="connsiteY56" fmla="*/ 4097286 h 6858000"/>
                <a:gd name="connsiteX57" fmla="*/ 5637615 w 6055600"/>
                <a:gd name="connsiteY57" fmla="*/ 3437524 h 6858000"/>
                <a:gd name="connsiteX58" fmla="*/ 5475454 w 6055600"/>
                <a:gd name="connsiteY58" fmla="*/ 2791575 h 6858000"/>
                <a:gd name="connsiteX59" fmla="*/ 5217600 w 6055600"/>
                <a:gd name="connsiteY59" fmla="*/ 2164719 h 6858000"/>
                <a:gd name="connsiteX60" fmla="*/ 5144941 w 6055600"/>
                <a:gd name="connsiteY60" fmla="*/ 2009490 h 6858000"/>
                <a:gd name="connsiteX61" fmla="*/ 5070052 w 6055600"/>
                <a:gd name="connsiteY61" fmla="*/ 1851823 h 6858000"/>
                <a:gd name="connsiteX62" fmla="*/ 4926984 w 6055600"/>
                <a:gd name="connsiteY62" fmla="*/ 1529226 h 6858000"/>
                <a:gd name="connsiteX63" fmla="*/ 4790925 w 6055600"/>
                <a:gd name="connsiteY63" fmla="*/ 1209923 h 6858000"/>
                <a:gd name="connsiteX64" fmla="*/ 4650559 w 6055600"/>
                <a:gd name="connsiteY64" fmla="*/ 902490 h 6858000"/>
                <a:gd name="connsiteX65" fmla="*/ 4491930 w 6055600"/>
                <a:gd name="connsiteY65" fmla="*/ 616919 h 6858000"/>
                <a:gd name="connsiteX66" fmla="*/ 4302323 w 6055600"/>
                <a:gd name="connsiteY66" fmla="*/ 366083 h 6858000"/>
                <a:gd name="connsiteX67" fmla="*/ 4072203 w 6055600"/>
                <a:gd name="connsiteY67" fmla="*/ 164982 h 6858000"/>
                <a:gd name="connsiteX68" fmla="*/ 3803964 w 6055600"/>
                <a:gd name="connsiteY68" fmla="*/ 21052 h 6858000"/>
                <a:gd name="connsiteX69" fmla="*/ 3768314 w 6055600"/>
                <a:gd name="connsiteY69" fmla="*/ 6826 h 6858000"/>
                <a:gd name="connsiteX70" fmla="*/ 1589779 w 6055600"/>
                <a:gd name="connsiteY70" fmla="*/ 0 h 6858000"/>
                <a:gd name="connsiteX71" fmla="*/ 1918056 w 6055600"/>
                <a:gd name="connsiteY71" fmla="*/ 0 h 6858000"/>
                <a:gd name="connsiteX72" fmla="*/ 1764243 w 6055600"/>
                <a:gd name="connsiteY72" fmla="*/ 55145 h 6858000"/>
                <a:gd name="connsiteX73" fmla="*/ 1313330 w 6055600"/>
                <a:gd name="connsiteY73" fmla="*/ 274424 h 6858000"/>
                <a:gd name="connsiteX74" fmla="*/ 295673 w 6055600"/>
                <a:gd name="connsiteY74" fmla="*/ 1187630 h 6858000"/>
                <a:gd name="connsiteX75" fmla="*/ 96207 w 6055600"/>
                <a:gd name="connsiteY75" fmla="*/ 1474327 h 6858000"/>
                <a:gd name="connsiteX76" fmla="*/ 0 w 6055600"/>
                <a:gd name="connsiteY76" fmla="*/ 1641460 h 6858000"/>
                <a:gd name="connsiteX77" fmla="*/ 0 w 6055600"/>
                <a:gd name="connsiteY77" fmla="*/ 1224218 h 6858000"/>
                <a:gd name="connsiteX78" fmla="*/ 150937 w 6055600"/>
                <a:gd name="connsiteY78" fmla="*/ 1040975 h 6858000"/>
                <a:gd name="connsiteX79" fmla="*/ 1264907 w 6055600"/>
                <a:gd name="connsiteY79" fmla="*/ 158248 h 6858000"/>
                <a:gd name="connsiteX80" fmla="*/ 1575167 w 6055600"/>
                <a:gd name="connsiteY80" fmla="*/ 567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6055600" h="6858000">
                  <a:moveTo>
                    <a:pt x="0" y="5960220"/>
                  </a:moveTo>
                  <a:lnTo>
                    <a:pt x="36039" y="6002605"/>
                  </a:lnTo>
                  <a:cubicBezTo>
                    <a:pt x="54896" y="6021530"/>
                    <a:pt x="73635" y="6040425"/>
                    <a:pt x="92950" y="6059050"/>
                  </a:cubicBezTo>
                  <a:lnTo>
                    <a:pt x="153706" y="6111427"/>
                  </a:lnTo>
                  <a:cubicBezTo>
                    <a:pt x="173546" y="6129485"/>
                    <a:pt x="195722" y="6144912"/>
                    <a:pt x="216806" y="6161603"/>
                  </a:cubicBezTo>
                  <a:cubicBezTo>
                    <a:pt x="238229" y="6177961"/>
                    <a:pt x="259466" y="6194551"/>
                    <a:pt x="281945" y="6209777"/>
                  </a:cubicBezTo>
                  <a:cubicBezTo>
                    <a:pt x="369940" y="6272709"/>
                    <a:pt x="461791" y="6332004"/>
                    <a:pt x="553337" y="6391500"/>
                  </a:cubicBezTo>
                  <a:lnTo>
                    <a:pt x="690543" y="6481634"/>
                  </a:lnTo>
                  <a:lnTo>
                    <a:pt x="827127" y="6573159"/>
                  </a:lnTo>
                  <a:cubicBezTo>
                    <a:pt x="917674" y="6634511"/>
                    <a:pt x="1007156" y="6697737"/>
                    <a:pt x="1095915" y="6762202"/>
                  </a:cubicBezTo>
                  <a:lnTo>
                    <a:pt x="1224853" y="6858000"/>
                  </a:lnTo>
                  <a:lnTo>
                    <a:pt x="1154072" y="6858000"/>
                  </a:lnTo>
                  <a:lnTo>
                    <a:pt x="1073489" y="6799140"/>
                  </a:lnTo>
                  <a:cubicBezTo>
                    <a:pt x="983882" y="6736908"/>
                    <a:pt x="892851" y="6677125"/>
                    <a:pt x="800175" y="6620441"/>
                  </a:cubicBezTo>
                  <a:cubicBezTo>
                    <a:pt x="615108" y="6506015"/>
                    <a:pt x="422939" y="6407807"/>
                    <a:pt x="231518" y="6299323"/>
                  </a:cubicBezTo>
                  <a:cubicBezTo>
                    <a:pt x="207467" y="6286226"/>
                    <a:pt x="184098" y="6271045"/>
                    <a:pt x="160401" y="6256627"/>
                  </a:cubicBezTo>
                  <a:cubicBezTo>
                    <a:pt x="136809" y="6241811"/>
                    <a:pt x="112558" y="6228518"/>
                    <a:pt x="89697" y="6211916"/>
                  </a:cubicBezTo>
                  <a:lnTo>
                    <a:pt x="20148" y="6163835"/>
                  </a:lnTo>
                  <a:lnTo>
                    <a:pt x="0" y="6147796"/>
                  </a:lnTo>
                  <a:close/>
                  <a:moveTo>
                    <a:pt x="3748345" y="0"/>
                  </a:moveTo>
                  <a:lnTo>
                    <a:pt x="4277792" y="0"/>
                  </a:lnTo>
                  <a:lnTo>
                    <a:pt x="4339531" y="40262"/>
                  </a:lnTo>
                  <a:cubicBezTo>
                    <a:pt x="4386991" y="75346"/>
                    <a:pt x="4432680" y="113353"/>
                    <a:pt x="4476306" y="153922"/>
                  </a:cubicBezTo>
                  <a:cubicBezTo>
                    <a:pt x="4563779" y="234693"/>
                    <a:pt x="4642423" y="325982"/>
                    <a:pt x="4713639" y="422076"/>
                  </a:cubicBezTo>
                  <a:cubicBezTo>
                    <a:pt x="4784481" y="518635"/>
                    <a:pt x="4848552" y="619893"/>
                    <a:pt x="4906991" y="723463"/>
                  </a:cubicBezTo>
                  <a:cubicBezTo>
                    <a:pt x="4965582" y="826932"/>
                    <a:pt x="5019421" y="932243"/>
                    <a:pt x="5070511" y="1037524"/>
                  </a:cubicBezTo>
                  <a:cubicBezTo>
                    <a:pt x="5121871" y="1142738"/>
                    <a:pt x="5170833" y="1248016"/>
                    <a:pt x="5219493" y="1352079"/>
                  </a:cubicBezTo>
                  <a:cubicBezTo>
                    <a:pt x="5268459" y="1455943"/>
                    <a:pt x="5317204" y="1558756"/>
                    <a:pt x="5367779" y="1658945"/>
                  </a:cubicBezTo>
                  <a:lnTo>
                    <a:pt x="5446095" y="1811301"/>
                  </a:lnTo>
                  <a:cubicBezTo>
                    <a:pt x="5472584" y="1862992"/>
                    <a:pt x="5498885" y="1914915"/>
                    <a:pt x="5525115" y="1967103"/>
                  </a:cubicBezTo>
                  <a:cubicBezTo>
                    <a:pt x="5629428" y="2176256"/>
                    <a:pt x="5730254" y="2391411"/>
                    <a:pt x="5816642" y="2618837"/>
                  </a:cubicBezTo>
                  <a:cubicBezTo>
                    <a:pt x="5902562" y="2846137"/>
                    <a:pt x="5974641" y="3086291"/>
                    <a:pt x="6015787" y="3339957"/>
                  </a:cubicBezTo>
                  <a:cubicBezTo>
                    <a:pt x="6036373" y="3466512"/>
                    <a:pt x="6050262" y="3596084"/>
                    <a:pt x="6054206" y="3727239"/>
                  </a:cubicBezTo>
                  <a:cubicBezTo>
                    <a:pt x="6058266" y="3858425"/>
                    <a:pt x="6053460" y="3990915"/>
                    <a:pt x="6039811" y="4122735"/>
                  </a:cubicBezTo>
                  <a:cubicBezTo>
                    <a:pt x="6026397" y="4254618"/>
                    <a:pt x="6002552" y="4385688"/>
                    <a:pt x="5971601" y="4514288"/>
                  </a:cubicBezTo>
                  <a:cubicBezTo>
                    <a:pt x="5963342" y="4546050"/>
                    <a:pt x="5955885" y="4579019"/>
                    <a:pt x="5946751" y="4609838"/>
                  </a:cubicBezTo>
                  <a:lnTo>
                    <a:pt x="5919986" y="4703178"/>
                  </a:lnTo>
                  <a:lnTo>
                    <a:pt x="5890731" y="4795992"/>
                  </a:lnTo>
                  <a:cubicBezTo>
                    <a:pt x="5880825" y="4826888"/>
                    <a:pt x="5869667" y="4857307"/>
                    <a:pt x="5859058" y="4888015"/>
                  </a:cubicBezTo>
                  <a:cubicBezTo>
                    <a:pt x="5772112" y="5132558"/>
                    <a:pt x="5660551" y="5369373"/>
                    <a:pt x="5525053" y="5588449"/>
                  </a:cubicBezTo>
                  <a:cubicBezTo>
                    <a:pt x="5389674" y="5807557"/>
                    <a:pt x="5232835" y="6010440"/>
                    <a:pt x="5058962" y="6189929"/>
                  </a:cubicBezTo>
                  <a:cubicBezTo>
                    <a:pt x="4972125" y="6279771"/>
                    <a:pt x="4880998" y="6363650"/>
                    <a:pt x="4787706" y="6442985"/>
                  </a:cubicBezTo>
                  <a:cubicBezTo>
                    <a:pt x="4693655" y="6521410"/>
                    <a:pt x="4597439" y="6595290"/>
                    <a:pt x="4498686" y="6663678"/>
                  </a:cubicBezTo>
                  <a:cubicBezTo>
                    <a:pt x="4399893" y="6731984"/>
                    <a:pt x="4299240" y="6795191"/>
                    <a:pt x="4197167" y="6854053"/>
                  </a:cubicBezTo>
                  <a:lnTo>
                    <a:pt x="4189720" y="6858000"/>
                  </a:lnTo>
                  <a:lnTo>
                    <a:pt x="3651929" y="6858000"/>
                  </a:lnTo>
                  <a:lnTo>
                    <a:pt x="3789040" y="6778034"/>
                  </a:lnTo>
                  <a:cubicBezTo>
                    <a:pt x="3978462" y="6656931"/>
                    <a:pt x="4162446" y="6525734"/>
                    <a:pt x="4335568" y="6382709"/>
                  </a:cubicBezTo>
                  <a:cubicBezTo>
                    <a:pt x="4422084" y="6310901"/>
                    <a:pt x="4506335" y="6236787"/>
                    <a:pt x="4586923" y="6158577"/>
                  </a:cubicBezTo>
                  <a:cubicBezTo>
                    <a:pt x="4668153" y="6081248"/>
                    <a:pt x="4745649" y="6000086"/>
                    <a:pt x="4819585" y="5915847"/>
                  </a:cubicBezTo>
                  <a:cubicBezTo>
                    <a:pt x="4967573" y="5747401"/>
                    <a:pt x="5101426" y="5566247"/>
                    <a:pt x="5214727" y="5371094"/>
                  </a:cubicBezTo>
                  <a:cubicBezTo>
                    <a:pt x="5327795" y="5175879"/>
                    <a:pt x="5421090" y="4968427"/>
                    <a:pt x="5495409" y="4752778"/>
                  </a:cubicBezTo>
                  <a:cubicBezTo>
                    <a:pt x="5504291" y="4725712"/>
                    <a:pt x="5513872" y="4698834"/>
                    <a:pt x="5522322" y="4671511"/>
                  </a:cubicBezTo>
                  <a:lnTo>
                    <a:pt x="5547631" y="4589675"/>
                  </a:lnTo>
                  <a:lnTo>
                    <a:pt x="5570792" y="4506978"/>
                  </a:lnTo>
                  <a:cubicBezTo>
                    <a:pt x="5578845" y="4479265"/>
                    <a:pt x="5584485" y="4452605"/>
                    <a:pt x="5591541" y="4425334"/>
                  </a:cubicBezTo>
                  <a:cubicBezTo>
                    <a:pt x="5618002" y="4316765"/>
                    <a:pt x="5636850" y="4207148"/>
                    <a:pt x="5649500" y="4097286"/>
                  </a:cubicBezTo>
                  <a:cubicBezTo>
                    <a:pt x="5674602" y="3877368"/>
                    <a:pt x="5668749" y="3656091"/>
                    <a:pt x="5637615" y="3437524"/>
                  </a:cubicBezTo>
                  <a:cubicBezTo>
                    <a:pt x="5605861" y="3218934"/>
                    <a:pt x="5549060" y="3003118"/>
                    <a:pt x="5475454" y="2791575"/>
                  </a:cubicBezTo>
                  <a:cubicBezTo>
                    <a:pt x="5402070" y="2579668"/>
                    <a:pt x="5313111" y="2371656"/>
                    <a:pt x="5217600" y="2164719"/>
                  </a:cubicBezTo>
                  <a:cubicBezTo>
                    <a:pt x="5193627" y="2112994"/>
                    <a:pt x="5169419" y="2061207"/>
                    <a:pt x="5144941" y="2009490"/>
                  </a:cubicBezTo>
                  <a:lnTo>
                    <a:pt x="5070052" y="1851823"/>
                  </a:lnTo>
                  <a:cubicBezTo>
                    <a:pt x="5020031" y="1744421"/>
                    <a:pt x="4972748" y="1636620"/>
                    <a:pt x="4926984" y="1529226"/>
                  </a:cubicBezTo>
                  <a:lnTo>
                    <a:pt x="4790925" y="1209923"/>
                  </a:lnTo>
                  <a:cubicBezTo>
                    <a:pt x="4745458" y="1105158"/>
                    <a:pt x="4699567" y="1001976"/>
                    <a:pt x="4650559" y="902490"/>
                  </a:cubicBezTo>
                  <a:cubicBezTo>
                    <a:pt x="4601243" y="803205"/>
                    <a:pt x="4549606" y="706978"/>
                    <a:pt x="4491930" y="616919"/>
                  </a:cubicBezTo>
                  <a:cubicBezTo>
                    <a:pt x="4434712" y="526559"/>
                    <a:pt x="4372370" y="441762"/>
                    <a:pt x="4302323" y="366083"/>
                  </a:cubicBezTo>
                  <a:cubicBezTo>
                    <a:pt x="4232428" y="290304"/>
                    <a:pt x="4155542" y="222846"/>
                    <a:pt x="4072203" y="164982"/>
                  </a:cubicBezTo>
                  <a:cubicBezTo>
                    <a:pt x="3988864" y="107118"/>
                    <a:pt x="3898693" y="59316"/>
                    <a:pt x="3803964" y="21052"/>
                  </a:cubicBezTo>
                  <a:lnTo>
                    <a:pt x="3768314" y="6826"/>
                  </a:lnTo>
                  <a:close/>
                  <a:moveTo>
                    <a:pt x="1589779" y="0"/>
                  </a:moveTo>
                  <a:lnTo>
                    <a:pt x="1918056" y="0"/>
                  </a:lnTo>
                  <a:lnTo>
                    <a:pt x="1764243" y="55145"/>
                  </a:lnTo>
                  <a:cubicBezTo>
                    <a:pt x="1609764" y="115414"/>
                    <a:pt x="1458840" y="188978"/>
                    <a:pt x="1313330" y="274424"/>
                  </a:cubicBezTo>
                  <a:cubicBezTo>
                    <a:pt x="924625" y="501532"/>
                    <a:pt x="576885" y="817476"/>
                    <a:pt x="295673" y="1187630"/>
                  </a:cubicBezTo>
                  <a:cubicBezTo>
                    <a:pt x="225216" y="1280162"/>
                    <a:pt x="158640" y="1375858"/>
                    <a:pt x="96207" y="1474327"/>
                  </a:cubicBezTo>
                  <a:lnTo>
                    <a:pt x="0" y="1641460"/>
                  </a:lnTo>
                  <a:lnTo>
                    <a:pt x="0" y="1224218"/>
                  </a:lnTo>
                  <a:lnTo>
                    <a:pt x="150937" y="1040975"/>
                  </a:lnTo>
                  <a:cubicBezTo>
                    <a:pt x="478530" y="677729"/>
                    <a:pt x="858178" y="381092"/>
                    <a:pt x="1264907" y="158248"/>
                  </a:cubicBezTo>
                  <a:cubicBezTo>
                    <a:pt x="1366631" y="102619"/>
                    <a:pt x="1470177" y="51760"/>
                    <a:pt x="1575167" y="567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7EAC17A-AFF8-202D-C240-81E688565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1" y="2056824"/>
            <a:ext cx="2902587" cy="300786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0658" y="2448232"/>
            <a:ext cx="4336026" cy="2998839"/>
          </a:xfrm>
        </p:spPr>
        <p:txBody>
          <a:bodyPr anchor="t">
            <a:normAutofit/>
          </a:bodyPr>
          <a:lstStyle/>
          <a:p>
            <a:pPr>
              <a:buNone/>
            </a:pPr>
            <a:r>
              <a:rPr lang="ro-RO" sz="1200" dirty="0"/>
              <a:t>• </a:t>
            </a:r>
            <a:r>
              <a:rPr lang="ro-RO" sz="1600" dirty="0"/>
              <a:t>Funcția </a:t>
            </a:r>
            <a:r>
              <a:rPr lang="ro-RO" sz="1600" dirty="0">
                <a:latin typeface="Courier New" panose="02070309020205020404" pitchFamily="49" charset="0"/>
              </a:rPr>
              <a:t>HAL_UART_RxCpltCallback()</a:t>
            </a:r>
            <a:r>
              <a:rPr lang="ro-RO" sz="1600" dirty="0"/>
              <a:t> realizează recepția datelor Bluetooth utilizând întreruperi UART pentru procesarea comenzilor în timp real.</a:t>
            </a:r>
          </a:p>
          <a:p>
            <a:pPr>
              <a:buNone/>
            </a:pPr>
            <a:r>
              <a:rPr lang="ro-RO" sz="1600" dirty="0"/>
              <a:t>• Valorile primite sunt convertite din format text în valori numerice utilizând funcția </a:t>
            </a:r>
            <a:r>
              <a:rPr lang="ro-RO" sz="1600" dirty="0">
                <a:latin typeface="Courier New" panose="02070309020205020404" pitchFamily="49" charset="0"/>
              </a:rPr>
              <a:t>atoi()</a:t>
            </a:r>
            <a:r>
              <a:rPr lang="ro-RO" sz="1600" dirty="0"/>
              <a:t>.</a:t>
            </a:r>
          </a:p>
          <a:p>
            <a:pPr>
              <a:buNone/>
            </a:pPr>
            <a:r>
              <a:rPr lang="ro-RO" sz="1600" dirty="0"/>
              <a:t>• STM32 calculează semnalul PWM proporțional cu unghiul primit pentru controlul vitezei motorului.</a:t>
            </a:r>
          </a:p>
          <a:p>
            <a:pPr>
              <a:buNone/>
            </a:pPr>
            <a:r>
              <a:rPr lang="ro-RO" sz="1600" dirty="0"/>
              <a:t>• Direcția de rotație a motorului este controlată prin pinii GPIO conectați la driverul L298N.</a:t>
            </a:r>
          </a:p>
          <a:p>
            <a:endParaRPr lang="ro-RO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1942232-83D0-49E2-AF9B-1F97E3C1E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E70D72-6E23-4015-A4A6-85C120C1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5258" y="420492"/>
            <a:ext cx="7372350" cy="1325880"/>
          </a:xfrm>
        </p:spPr>
        <p:txBody>
          <a:bodyPr anchor="b">
            <a:normAutofit/>
          </a:bodyPr>
          <a:lstStyle/>
          <a:p>
            <a:pPr algn="ctr"/>
            <a:r>
              <a:rPr lang="ro-RO" sz="3100" dirty="0">
                <a:solidFill>
                  <a:schemeClr val="tx2"/>
                </a:solidFill>
              </a:rPr>
              <a:t>Configurare STM32CubeMX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28A977F-B603-4D81-B0FC-C8DE048A7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8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183CE8C-E039-4B2F-A36E-5FD5CD5D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EB77281-FAB4-40D0-B3F3-264EC4AB2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15E59F3-75FC-494F-8737-5F00A4964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3ADDCFA-B066-4D79-AB71-062E66E58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09F275-2B85-9385-93ED-86CAD528AA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43" r="24326"/>
          <a:stretch>
            <a:fillRect/>
          </a:stretch>
        </p:blipFill>
        <p:spPr>
          <a:xfrm>
            <a:off x="788959" y="2519393"/>
            <a:ext cx="4068010" cy="3843678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82FED8F-67E5-5EAD-35CC-87058EB26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152" y="2518872"/>
            <a:ext cx="4068009" cy="3227626"/>
          </a:xfrm>
        </p:spPr>
        <p:txBody>
          <a:bodyPr anchor="ctr">
            <a:normAutofit/>
          </a:bodyPr>
          <a:lstStyle/>
          <a:p>
            <a:r>
              <a:rPr lang="ro-RO" sz="1600" dirty="0"/>
              <a:t>Configurarea UART4 pentru recepția datelor Bluetooth de la HC-05.</a:t>
            </a:r>
          </a:p>
          <a:p>
            <a:r>
              <a:rPr lang="ro-RO" sz="1600" dirty="0"/>
              <a:t>Utilizarea TIM3 în modul PWM pentru controlul vitezei motorului DC.</a:t>
            </a:r>
          </a:p>
          <a:p>
            <a:r>
              <a:rPr lang="ro-RO" sz="1600" dirty="0"/>
              <a:t>Configurarea pinilor GPIO pentru controlul direcției motorului prin driverul L298N.</a:t>
            </a:r>
          </a:p>
          <a:p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78D9229-E61D-4FEE-8321-2F8B64A8C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569" y="5084569"/>
            <a:ext cx="2151670" cy="1395192"/>
            <a:chOff x="-305" y="-4155"/>
            <a:chExt cx="2514948" cy="217433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FDD3CCB-26A3-4D79-AEB6-7A60CF980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AC4470-5113-4709-B29F-CDB937F254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E0D146C-9DAB-421E-AE88-5F854BF3F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2EB32A5-4408-4F6C-84B2-F9A908237A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304" y="902634"/>
            <a:ext cx="7375161" cy="1325563"/>
          </a:xfrm>
        </p:spPr>
        <p:txBody>
          <a:bodyPr anchor="b">
            <a:normAutofit/>
          </a:bodyPr>
          <a:lstStyle/>
          <a:p>
            <a:pPr algn="ctr"/>
            <a:r>
              <a:rPr lang="ro-RO" sz="3100" dirty="0"/>
              <a:t>Concluzii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303" y="2544522"/>
            <a:ext cx="7375161" cy="2693976"/>
          </a:xfrm>
        </p:spPr>
        <p:txBody>
          <a:bodyPr>
            <a:normAutofit/>
          </a:bodyPr>
          <a:lstStyle/>
          <a:p>
            <a:r>
              <a:rPr lang="ro-RO" sz="1800" dirty="0"/>
              <a:t>Sistemul embedded realizat a demonstrat funcționarea corectă a comunicației dintre ESP32, HC-05 și STM32.</a:t>
            </a:r>
          </a:p>
          <a:p>
            <a:r>
              <a:rPr lang="ro-RO" sz="1800" dirty="0"/>
              <a:t>Datele furnizate de senzorul MPU6050 au fost transmise în timp real și utilizate pentru controlul motorului DC prin semnal PWM.</a:t>
            </a:r>
          </a:p>
          <a:p>
            <a:r>
              <a:rPr lang="ro-RO" sz="1800" dirty="0"/>
              <a:t>Controlul vitezei și al direcției motorului s-a realizat stabil și proporțional cu mișcările utilizatorului.</a:t>
            </a:r>
          </a:p>
          <a:p>
            <a:r>
              <a:rPr lang="ro-RO" sz="1800" dirty="0"/>
              <a:t>Proiectul poate fi extins prin utilizarea unor algoritmi mai avansați de filtrare și control sau prin integrarea unor senzori suplimentari.</a:t>
            </a:r>
          </a:p>
          <a:p>
            <a:endParaRPr lang="ro-RO" sz="16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1243013"/>
            <a:ext cx="2891790" cy="4371974"/>
          </a:xfrm>
        </p:spPr>
        <p:txBody>
          <a:bodyPr>
            <a:normAutofit/>
          </a:bodyPr>
          <a:lstStyle/>
          <a:p>
            <a:r>
              <a:rPr lang="ro-RO" sz="3100" dirty="0"/>
              <a:t>Bibliografie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73011" y="5285"/>
            <a:ext cx="5470989" cy="6858000"/>
            <a:chOff x="4897348" y="-5799"/>
            <a:chExt cx="7294653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4609" y="1032987"/>
            <a:ext cx="3689331" cy="4792027"/>
          </a:xfrm>
        </p:spPr>
        <p:txBody>
          <a:bodyPr anchor="ctr">
            <a:normAutofit/>
          </a:bodyPr>
          <a:lstStyle/>
          <a:p>
            <a:r>
              <a:rPr lang="ro-RO" sz="1800" dirty="0"/>
              <a:t>Documentație STM32</a:t>
            </a:r>
          </a:p>
          <a:p>
            <a:r>
              <a:rPr lang="ro-RO" sz="1800" dirty="0"/>
              <a:t>Documentație ESP32</a:t>
            </a:r>
          </a:p>
          <a:p>
            <a:r>
              <a:rPr lang="ro-RO" sz="1800" dirty="0"/>
              <a:t>Datasheet MPU6050</a:t>
            </a:r>
          </a:p>
          <a:p>
            <a:r>
              <a:rPr lang="ro-RO" sz="1800" dirty="0"/>
              <a:t>Datasheet HC-05</a:t>
            </a:r>
          </a:p>
          <a:p>
            <a:r>
              <a:rPr lang="ro-RO" sz="1800" dirty="0"/>
              <a:t>Datasheet L298N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</TotalTime>
  <Words>443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Courier New</vt:lpstr>
      <vt:lpstr>Wingdings</vt:lpstr>
      <vt:lpstr>Office Theme</vt:lpstr>
      <vt:lpstr>TEMA 25  Motor controlat de la distanta din Incheietura (STM32 NUCLEO-L476RG) </vt:lpstr>
      <vt:lpstr>Scopul proiectului</vt:lpstr>
      <vt:lpstr>Componente hardware</vt:lpstr>
      <vt:lpstr>Arhitectura sistemului</vt:lpstr>
      <vt:lpstr>Funcționarea sistemului</vt:lpstr>
      <vt:lpstr>Cod ESP32</vt:lpstr>
      <vt:lpstr>Cod STM32</vt:lpstr>
      <vt:lpstr>Configurare STM32CubeMX</vt:lpstr>
      <vt:lpstr>Concluzii</vt:lpstr>
      <vt:lpstr>Bibliografie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Alexia Nedelcu</cp:lastModifiedBy>
  <cp:revision>4</cp:revision>
  <dcterms:created xsi:type="dcterms:W3CDTF">2013-01-27T09:14:16Z</dcterms:created>
  <dcterms:modified xsi:type="dcterms:W3CDTF">2026-05-19T17:10:56Z</dcterms:modified>
  <cp:category/>
</cp:coreProperties>
</file>